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3375600" cx="38404800"/>
  <p:notesSz cx="43435575" cy="324627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512">
          <p15:clr>
            <a:srgbClr val="A4A3A4"/>
          </p15:clr>
        </p15:guide>
        <p15:guide id="2" pos="12096">
          <p15:clr>
            <a:srgbClr val="A4A3A4"/>
          </p15:clr>
        </p15:guide>
      </p15:sldGuideLst>
    </p:ext>
    <p:ext uri="GoogleSlidesCustomDataVersion2">
      <go:slidesCustomData xmlns:go="http://customooxmlschemas.google.com/" r:id="rId8" roundtripDataSignature="AMtx7mjPhV3uUqW9vIUgv7MeznkIy73S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C6E68D-31D0-4732-82F0-4F6CFFA09657}">
  <a:tblStyle styleId="{78C6E68D-31D0-4732-82F0-4F6CFFA0965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512" orient="horz"/>
        <p:guide pos="1209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9224153" y="2434700"/>
            <a:ext cx="24991500" cy="12173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4343550" y="15419800"/>
            <a:ext cx="34748450" cy="14608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de938f8a0_3_219:notes"/>
          <p:cNvSpPr txBox="1"/>
          <p:nvPr>
            <p:ph idx="1" type="body"/>
          </p:nvPr>
        </p:nvSpPr>
        <p:spPr>
          <a:xfrm>
            <a:off x="4343550" y="15419800"/>
            <a:ext cx="34748400" cy="1460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9de938f8a0_3_219:notes"/>
          <p:cNvSpPr/>
          <p:nvPr>
            <p:ph idx="2" type="sldImg"/>
          </p:nvPr>
        </p:nvSpPr>
        <p:spPr>
          <a:xfrm>
            <a:off x="9224153" y="2434700"/>
            <a:ext cx="24991500" cy="12173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 name="Shape 11"/>
        <p:cNvGrpSpPr/>
        <p:nvPr/>
      </p:nvGrpSpPr>
      <p:grpSpPr>
        <a:xfrm>
          <a:off x="0" y="0"/>
          <a:ext cx="0" cy="0"/>
          <a:chOff x="0" y="0"/>
          <a:chExt cx="0" cy="0"/>
        </a:xfrm>
      </p:grpSpPr>
      <p:sp>
        <p:nvSpPr>
          <p:cNvPr id="12" name="Google Shape;12;p3"/>
          <p:cNvSpPr txBox="1"/>
          <p:nvPr>
            <p:ph type="title"/>
          </p:nvPr>
        </p:nvSpPr>
        <p:spPr>
          <a:xfrm>
            <a:off x="1920240" y="1336571"/>
            <a:ext cx="34564200" cy="5562600"/>
          </a:xfrm>
          <a:prstGeom prst="rect">
            <a:avLst/>
          </a:prstGeom>
          <a:noFill/>
          <a:ln>
            <a:noFill/>
          </a:ln>
        </p:spPr>
        <p:txBody>
          <a:bodyPr anchorCtr="0" anchor="ctr" bIns="196450" lIns="392925" spcFirstLastPara="1" rIns="392925" wrap="square" tIns="196450">
            <a:normAutofit/>
          </a:bodyPr>
          <a:lstStyle>
            <a:lvl1pPr lvl="0" algn="ctr">
              <a:spcBef>
                <a:spcPts val="0"/>
              </a:spcBef>
              <a:spcAft>
                <a:spcPts val="0"/>
              </a:spcAft>
              <a:buClr>
                <a:schemeClr val="dk1"/>
              </a:buClr>
              <a:buSzPts val="18891"/>
              <a:buFont typeface="Calibri"/>
              <a:buNone/>
              <a:defRPr sz="18890"/>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13" name="Google Shape;13;p3"/>
          <p:cNvSpPr txBox="1"/>
          <p:nvPr>
            <p:ph idx="1" type="body"/>
          </p:nvPr>
        </p:nvSpPr>
        <p:spPr>
          <a:xfrm>
            <a:off x="1920240" y="7470883"/>
            <a:ext cx="16968900" cy="3113700"/>
          </a:xfrm>
          <a:prstGeom prst="rect">
            <a:avLst/>
          </a:prstGeom>
          <a:noFill/>
          <a:ln>
            <a:noFill/>
          </a:ln>
        </p:spPr>
        <p:txBody>
          <a:bodyPr anchorCtr="0" anchor="b" bIns="196450" lIns="392925" spcFirstLastPara="1" rIns="392925" wrap="square" tIns="196450">
            <a:normAutofit/>
          </a:bodyPr>
          <a:lstStyle>
            <a:lvl1pPr indent="-228600" lvl="0" marL="457200" algn="l">
              <a:spcBef>
                <a:spcPts val="2059"/>
              </a:spcBef>
              <a:spcAft>
                <a:spcPts val="0"/>
              </a:spcAft>
              <a:buClr>
                <a:schemeClr val="dk1"/>
              </a:buClr>
              <a:buSzPts val="10296"/>
              <a:buNone/>
              <a:defRPr b="1" sz="10296"/>
            </a:lvl1pPr>
            <a:lvl2pPr indent="-228600" lvl="1" marL="914400" algn="l">
              <a:spcBef>
                <a:spcPts val="1719"/>
              </a:spcBef>
              <a:spcAft>
                <a:spcPts val="0"/>
              </a:spcAft>
              <a:buClr>
                <a:schemeClr val="dk1"/>
              </a:buClr>
              <a:buSzPts val="8595"/>
              <a:buNone/>
              <a:defRPr b="1" sz="8594"/>
            </a:lvl2pPr>
            <a:lvl3pPr indent="-228600" lvl="2" marL="1371600" algn="l">
              <a:spcBef>
                <a:spcPts val="1540"/>
              </a:spcBef>
              <a:spcAft>
                <a:spcPts val="0"/>
              </a:spcAft>
              <a:buClr>
                <a:schemeClr val="dk1"/>
              </a:buClr>
              <a:buSzPts val="7699"/>
              <a:buNone/>
              <a:defRPr b="1" sz="7699"/>
            </a:lvl3pPr>
            <a:lvl4pPr indent="-228600" lvl="3" marL="1828800" algn="l">
              <a:spcBef>
                <a:spcPts val="1379"/>
              </a:spcBef>
              <a:spcAft>
                <a:spcPts val="0"/>
              </a:spcAft>
              <a:buClr>
                <a:schemeClr val="dk1"/>
              </a:buClr>
              <a:buSzPts val="6894"/>
              <a:buNone/>
              <a:defRPr b="1" sz="6894"/>
            </a:lvl4pPr>
            <a:lvl5pPr indent="-228600" lvl="4" marL="2286000" algn="l">
              <a:spcBef>
                <a:spcPts val="1379"/>
              </a:spcBef>
              <a:spcAft>
                <a:spcPts val="0"/>
              </a:spcAft>
              <a:buClr>
                <a:schemeClr val="dk1"/>
              </a:buClr>
              <a:buSzPts val="6894"/>
              <a:buNone/>
              <a:defRPr b="1" sz="6894"/>
            </a:lvl5pPr>
            <a:lvl6pPr indent="-228600" lvl="5" marL="2743200" algn="l">
              <a:spcBef>
                <a:spcPts val="1379"/>
              </a:spcBef>
              <a:spcAft>
                <a:spcPts val="0"/>
              </a:spcAft>
              <a:buClr>
                <a:schemeClr val="dk1"/>
              </a:buClr>
              <a:buSzPts val="6894"/>
              <a:buNone/>
              <a:defRPr b="1" sz="6894"/>
            </a:lvl6pPr>
            <a:lvl7pPr indent="-228600" lvl="6" marL="3200400" algn="l">
              <a:spcBef>
                <a:spcPts val="1379"/>
              </a:spcBef>
              <a:spcAft>
                <a:spcPts val="0"/>
              </a:spcAft>
              <a:buClr>
                <a:schemeClr val="dk1"/>
              </a:buClr>
              <a:buSzPts val="6894"/>
              <a:buNone/>
              <a:defRPr b="1" sz="6894"/>
            </a:lvl7pPr>
            <a:lvl8pPr indent="-228600" lvl="7" marL="3657600" algn="l">
              <a:spcBef>
                <a:spcPts val="1379"/>
              </a:spcBef>
              <a:spcAft>
                <a:spcPts val="0"/>
              </a:spcAft>
              <a:buClr>
                <a:schemeClr val="dk1"/>
              </a:buClr>
              <a:buSzPts val="6894"/>
              <a:buNone/>
              <a:defRPr b="1" sz="6894"/>
            </a:lvl8pPr>
            <a:lvl9pPr indent="-228600" lvl="8" marL="4114800" algn="l">
              <a:spcBef>
                <a:spcPts val="1379"/>
              </a:spcBef>
              <a:spcAft>
                <a:spcPts val="0"/>
              </a:spcAft>
              <a:buClr>
                <a:schemeClr val="dk1"/>
              </a:buClr>
              <a:buSzPts val="6894"/>
              <a:buNone/>
              <a:defRPr b="1" sz="6894"/>
            </a:lvl9pPr>
          </a:lstStyle>
          <a:p/>
        </p:txBody>
      </p:sp>
      <p:sp>
        <p:nvSpPr>
          <p:cNvPr id="14" name="Google Shape;14;p3"/>
          <p:cNvSpPr txBox="1"/>
          <p:nvPr>
            <p:ph idx="2" type="body"/>
          </p:nvPr>
        </p:nvSpPr>
        <p:spPr>
          <a:xfrm>
            <a:off x="1920240" y="10584392"/>
            <a:ext cx="16968900" cy="19229400"/>
          </a:xfrm>
          <a:prstGeom prst="rect">
            <a:avLst/>
          </a:prstGeom>
          <a:noFill/>
          <a:ln>
            <a:noFill/>
          </a:ln>
        </p:spPr>
        <p:txBody>
          <a:bodyPr anchorCtr="0" anchor="t" bIns="196450" lIns="392925" spcFirstLastPara="1" rIns="392925" wrap="square" tIns="196450">
            <a:normAutofit/>
          </a:bodyPr>
          <a:lstStyle>
            <a:lvl1pPr indent="-882423" lvl="0" marL="457200" algn="l">
              <a:spcBef>
                <a:spcPts val="2059"/>
              </a:spcBef>
              <a:spcAft>
                <a:spcPts val="0"/>
              </a:spcAft>
              <a:buClr>
                <a:schemeClr val="dk1"/>
              </a:buClr>
              <a:buSzPts val="10296"/>
              <a:buChar char="•"/>
              <a:defRPr sz="10296"/>
            </a:lvl1pPr>
            <a:lvl2pPr indent="-774352" lvl="1" marL="914400" algn="l">
              <a:spcBef>
                <a:spcPts val="1719"/>
              </a:spcBef>
              <a:spcAft>
                <a:spcPts val="0"/>
              </a:spcAft>
              <a:buClr>
                <a:schemeClr val="dk1"/>
              </a:buClr>
              <a:buSzPts val="8595"/>
              <a:buChar char="–"/>
              <a:defRPr sz="8594"/>
            </a:lvl2pPr>
            <a:lvl3pPr indent="-717503" lvl="2" marL="1371600" algn="l">
              <a:spcBef>
                <a:spcPts val="1540"/>
              </a:spcBef>
              <a:spcAft>
                <a:spcPts val="0"/>
              </a:spcAft>
              <a:buClr>
                <a:schemeClr val="dk1"/>
              </a:buClr>
              <a:buSzPts val="7699"/>
              <a:buChar char="•"/>
              <a:defRPr sz="7699"/>
            </a:lvl3pPr>
            <a:lvl4pPr indent="-666395" lvl="3" marL="1828800" algn="l">
              <a:spcBef>
                <a:spcPts val="1379"/>
              </a:spcBef>
              <a:spcAft>
                <a:spcPts val="0"/>
              </a:spcAft>
              <a:buClr>
                <a:schemeClr val="dk1"/>
              </a:buClr>
              <a:buSzPts val="6894"/>
              <a:buChar char="–"/>
              <a:defRPr sz="6894"/>
            </a:lvl4pPr>
            <a:lvl5pPr indent="-666395" lvl="4" marL="2286000" algn="l">
              <a:spcBef>
                <a:spcPts val="1379"/>
              </a:spcBef>
              <a:spcAft>
                <a:spcPts val="0"/>
              </a:spcAft>
              <a:buClr>
                <a:schemeClr val="dk1"/>
              </a:buClr>
              <a:buSzPts val="6894"/>
              <a:buChar char="»"/>
              <a:defRPr sz="6894"/>
            </a:lvl5pPr>
            <a:lvl6pPr indent="-666395" lvl="5" marL="2743200" algn="l">
              <a:spcBef>
                <a:spcPts val="1379"/>
              </a:spcBef>
              <a:spcAft>
                <a:spcPts val="0"/>
              </a:spcAft>
              <a:buClr>
                <a:schemeClr val="dk1"/>
              </a:buClr>
              <a:buSzPts val="6894"/>
              <a:buChar char="•"/>
              <a:defRPr sz="6894"/>
            </a:lvl6pPr>
            <a:lvl7pPr indent="-666395" lvl="6" marL="3200400" algn="l">
              <a:spcBef>
                <a:spcPts val="1379"/>
              </a:spcBef>
              <a:spcAft>
                <a:spcPts val="0"/>
              </a:spcAft>
              <a:buClr>
                <a:schemeClr val="dk1"/>
              </a:buClr>
              <a:buSzPts val="6894"/>
              <a:buChar char="•"/>
              <a:defRPr sz="6894"/>
            </a:lvl7pPr>
            <a:lvl8pPr indent="-666395" lvl="7" marL="3657600" algn="l">
              <a:spcBef>
                <a:spcPts val="1379"/>
              </a:spcBef>
              <a:spcAft>
                <a:spcPts val="0"/>
              </a:spcAft>
              <a:buClr>
                <a:schemeClr val="dk1"/>
              </a:buClr>
              <a:buSzPts val="6894"/>
              <a:buChar char="•"/>
              <a:defRPr sz="6894"/>
            </a:lvl8pPr>
            <a:lvl9pPr indent="-666395" lvl="8" marL="4114800" algn="l">
              <a:spcBef>
                <a:spcPts val="1379"/>
              </a:spcBef>
              <a:spcAft>
                <a:spcPts val="0"/>
              </a:spcAft>
              <a:buClr>
                <a:schemeClr val="dk1"/>
              </a:buClr>
              <a:buSzPts val="6894"/>
              <a:buChar char="•"/>
              <a:defRPr sz="6894"/>
            </a:lvl9pPr>
          </a:lstStyle>
          <a:p/>
        </p:txBody>
      </p:sp>
      <p:sp>
        <p:nvSpPr>
          <p:cNvPr id="15" name="Google Shape;15;p3"/>
          <p:cNvSpPr txBox="1"/>
          <p:nvPr>
            <p:ph idx="3" type="body"/>
          </p:nvPr>
        </p:nvSpPr>
        <p:spPr>
          <a:xfrm>
            <a:off x="19509109" y="7470883"/>
            <a:ext cx="16975500" cy="3113700"/>
          </a:xfrm>
          <a:prstGeom prst="rect">
            <a:avLst/>
          </a:prstGeom>
          <a:noFill/>
          <a:ln>
            <a:noFill/>
          </a:ln>
        </p:spPr>
        <p:txBody>
          <a:bodyPr anchorCtr="0" anchor="b" bIns="196450" lIns="392925" spcFirstLastPara="1" rIns="392925" wrap="square" tIns="196450">
            <a:normAutofit/>
          </a:bodyPr>
          <a:lstStyle>
            <a:lvl1pPr indent="-228600" lvl="0" marL="457200" algn="l">
              <a:spcBef>
                <a:spcPts val="2059"/>
              </a:spcBef>
              <a:spcAft>
                <a:spcPts val="0"/>
              </a:spcAft>
              <a:buClr>
                <a:schemeClr val="dk1"/>
              </a:buClr>
              <a:buSzPts val="10296"/>
              <a:buNone/>
              <a:defRPr b="1" sz="10296"/>
            </a:lvl1pPr>
            <a:lvl2pPr indent="-228600" lvl="1" marL="914400" algn="l">
              <a:spcBef>
                <a:spcPts val="1719"/>
              </a:spcBef>
              <a:spcAft>
                <a:spcPts val="0"/>
              </a:spcAft>
              <a:buClr>
                <a:schemeClr val="dk1"/>
              </a:buClr>
              <a:buSzPts val="8595"/>
              <a:buNone/>
              <a:defRPr b="1" sz="8594"/>
            </a:lvl2pPr>
            <a:lvl3pPr indent="-228600" lvl="2" marL="1371600" algn="l">
              <a:spcBef>
                <a:spcPts val="1540"/>
              </a:spcBef>
              <a:spcAft>
                <a:spcPts val="0"/>
              </a:spcAft>
              <a:buClr>
                <a:schemeClr val="dk1"/>
              </a:buClr>
              <a:buSzPts val="7699"/>
              <a:buNone/>
              <a:defRPr b="1" sz="7699"/>
            </a:lvl3pPr>
            <a:lvl4pPr indent="-228600" lvl="3" marL="1828800" algn="l">
              <a:spcBef>
                <a:spcPts val="1379"/>
              </a:spcBef>
              <a:spcAft>
                <a:spcPts val="0"/>
              </a:spcAft>
              <a:buClr>
                <a:schemeClr val="dk1"/>
              </a:buClr>
              <a:buSzPts val="6894"/>
              <a:buNone/>
              <a:defRPr b="1" sz="6894"/>
            </a:lvl4pPr>
            <a:lvl5pPr indent="-228600" lvl="4" marL="2286000" algn="l">
              <a:spcBef>
                <a:spcPts val="1379"/>
              </a:spcBef>
              <a:spcAft>
                <a:spcPts val="0"/>
              </a:spcAft>
              <a:buClr>
                <a:schemeClr val="dk1"/>
              </a:buClr>
              <a:buSzPts val="6894"/>
              <a:buNone/>
              <a:defRPr b="1" sz="6894"/>
            </a:lvl5pPr>
            <a:lvl6pPr indent="-228600" lvl="5" marL="2743200" algn="l">
              <a:spcBef>
                <a:spcPts val="1379"/>
              </a:spcBef>
              <a:spcAft>
                <a:spcPts val="0"/>
              </a:spcAft>
              <a:buClr>
                <a:schemeClr val="dk1"/>
              </a:buClr>
              <a:buSzPts val="6894"/>
              <a:buNone/>
              <a:defRPr b="1" sz="6894"/>
            </a:lvl6pPr>
            <a:lvl7pPr indent="-228600" lvl="6" marL="3200400" algn="l">
              <a:spcBef>
                <a:spcPts val="1379"/>
              </a:spcBef>
              <a:spcAft>
                <a:spcPts val="0"/>
              </a:spcAft>
              <a:buClr>
                <a:schemeClr val="dk1"/>
              </a:buClr>
              <a:buSzPts val="6894"/>
              <a:buNone/>
              <a:defRPr b="1" sz="6894"/>
            </a:lvl7pPr>
            <a:lvl8pPr indent="-228600" lvl="7" marL="3657600" algn="l">
              <a:spcBef>
                <a:spcPts val="1379"/>
              </a:spcBef>
              <a:spcAft>
                <a:spcPts val="0"/>
              </a:spcAft>
              <a:buClr>
                <a:schemeClr val="dk1"/>
              </a:buClr>
              <a:buSzPts val="6894"/>
              <a:buNone/>
              <a:defRPr b="1" sz="6894"/>
            </a:lvl8pPr>
            <a:lvl9pPr indent="-228600" lvl="8" marL="4114800" algn="l">
              <a:spcBef>
                <a:spcPts val="1379"/>
              </a:spcBef>
              <a:spcAft>
                <a:spcPts val="0"/>
              </a:spcAft>
              <a:buClr>
                <a:schemeClr val="dk1"/>
              </a:buClr>
              <a:buSzPts val="6894"/>
              <a:buNone/>
              <a:defRPr b="1" sz="6894"/>
            </a:lvl9pPr>
          </a:lstStyle>
          <a:p/>
        </p:txBody>
      </p:sp>
      <p:sp>
        <p:nvSpPr>
          <p:cNvPr id="16" name="Google Shape;16;p3"/>
          <p:cNvSpPr txBox="1"/>
          <p:nvPr>
            <p:ph idx="4" type="body"/>
          </p:nvPr>
        </p:nvSpPr>
        <p:spPr>
          <a:xfrm>
            <a:off x="19509109" y="10584392"/>
            <a:ext cx="16975500" cy="19229400"/>
          </a:xfrm>
          <a:prstGeom prst="rect">
            <a:avLst/>
          </a:prstGeom>
          <a:noFill/>
          <a:ln>
            <a:noFill/>
          </a:ln>
        </p:spPr>
        <p:txBody>
          <a:bodyPr anchorCtr="0" anchor="t" bIns="196450" lIns="392925" spcFirstLastPara="1" rIns="392925" wrap="square" tIns="196450">
            <a:normAutofit/>
          </a:bodyPr>
          <a:lstStyle>
            <a:lvl1pPr indent="-882423" lvl="0" marL="457200" algn="l">
              <a:spcBef>
                <a:spcPts val="2059"/>
              </a:spcBef>
              <a:spcAft>
                <a:spcPts val="0"/>
              </a:spcAft>
              <a:buClr>
                <a:schemeClr val="dk1"/>
              </a:buClr>
              <a:buSzPts val="10296"/>
              <a:buChar char="•"/>
              <a:defRPr sz="10296"/>
            </a:lvl1pPr>
            <a:lvl2pPr indent="-774352" lvl="1" marL="914400" algn="l">
              <a:spcBef>
                <a:spcPts val="1719"/>
              </a:spcBef>
              <a:spcAft>
                <a:spcPts val="0"/>
              </a:spcAft>
              <a:buClr>
                <a:schemeClr val="dk1"/>
              </a:buClr>
              <a:buSzPts val="8595"/>
              <a:buChar char="–"/>
              <a:defRPr sz="8594"/>
            </a:lvl2pPr>
            <a:lvl3pPr indent="-717503" lvl="2" marL="1371600" algn="l">
              <a:spcBef>
                <a:spcPts val="1540"/>
              </a:spcBef>
              <a:spcAft>
                <a:spcPts val="0"/>
              </a:spcAft>
              <a:buClr>
                <a:schemeClr val="dk1"/>
              </a:buClr>
              <a:buSzPts val="7699"/>
              <a:buChar char="•"/>
              <a:defRPr sz="7699"/>
            </a:lvl3pPr>
            <a:lvl4pPr indent="-666395" lvl="3" marL="1828800" algn="l">
              <a:spcBef>
                <a:spcPts val="1379"/>
              </a:spcBef>
              <a:spcAft>
                <a:spcPts val="0"/>
              </a:spcAft>
              <a:buClr>
                <a:schemeClr val="dk1"/>
              </a:buClr>
              <a:buSzPts val="6894"/>
              <a:buChar char="–"/>
              <a:defRPr sz="6894"/>
            </a:lvl4pPr>
            <a:lvl5pPr indent="-666395" lvl="4" marL="2286000" algn="l">
              <a:spcBef>
                <a:spcPts val="1379"/>
              </a:spcBef>
              <a:spcAft>
                <a:spcPts val="0"/>
              </a:spcAft>
              <a:buClr>
                <a:schemeClr val="dk1"/>
              </a:buClr>
              <a:buSzPts val="6894"/>
              <a:buChar char="»"/>
              <a:defRPr sz="6894"/>
            </a:lvl5pPr>
            <a:lvl6pPr indent="-666395" lvl="5" marL="2743200" algn="l">
              <a:spcBef>
                <a:spcPts val="1379"/>
              </a:spcBef>
              <a:spcAft>
                <a:spcPts val="0"/>
              </a:spcAft>
              <a:buClr>
                <a:schemeClr val="dk1"/>
              </a:buClr>
              <a:buSzPts val="6894"/>
              <a:buChar char="•"/>
              <a:defRPr sz="6894"/>
            </a:lvl6pPr>
            <a:lvl7pPr indent="-666395" lvl="6" marL="3200400" algn="l">
              <a:spcBef>
                <a:spcPts val="1379"/>
              </a:spcBef>
              <a:spcAft>
                <a:spcPts val="0"/>
              </a:spcAft>
              <a:buClr>
                <a:schemeClr val="dk1"/>
              </a:buClr>
              <a:buSzPts val="6894"/>
              <a:buChar char="•"/>
              <a:defRPr sz="6894"/>
            </a:lvl7pPr>
            <a:lvl8pPr indent="-666395" lvl="7" marL="3657600" algn="l">
              <a:spcBef>
                <a:spcPts val="1379"/>
              </a:spcBef>
              <a:spcAft>
                <a:spcPts val="0"/>
              </a:spcAft>
              <a:buClr>
                <a:schemeClr val="dk1"/>
              </a:buClr>
              <a:buSzPts val="6894"/>
              <a:buChar char="•"/>
              <a:defRPr sz="6894"/>
            </a:lvl8pPr>
            <a:lvl9pPr indent="-666395" lvl="8" marL="4114800" algn="l">
              <a:spcBef>
                <a:spcPts val="1379"/>
              </a:spcBef>
              <a:spcAft>
                <a:spcPts val="0"/>
              </a:spcAft>
              <a:buClr>
                <a:schemeClr val="dk1"/>
              </a:buClr>
              <a:buSzPts val="6894"/>
              <a:buChar char="•"/>
              <a:defRPr sz="6894"/>
            </a:lvl9pPr>
          </a:lstStyle>
          <a:p/>
        </p:txBody>
      </p:sp>
      <p:sp>
        <p:nvSpPr>
          <p:cNvPr id="17" name="Google Shape;17;p3"/>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18" name="Google Shape;18;p3"/>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19" name="Google Shape;19;p3"/>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2880360" y="10368073"/>
            <a:ext cx="32644200" cy="7154400"/>
          </a:xfrm>
          <a:prstGeom prst="rect">
            <a:avLst/>
          </a:prstGeom>
          <a:noFill/>
          <a:ln>
            <a:noFill/>
          </a:ln>
        </p:spPr>
        <p:txBody>
          <a:bodyPr anchorCtr="0" anchor="ctr" bIns="196450" lIns="392925" spcFirstLastPara="1" rIns="392925" wrap="square" tIns="196450">
            <a:normAutofit/>
          </a:bodyPr>
          <a:lstStyle>
            <a:lvl1pPr lvl="0" algn="ctr">
              <a:spcBef>
                <a:spcPts val="0"/>
              </a:spcBef>
              <a:spcAft>
                <a:spcPts val="0"/>
              </a:spcAft>
              <a:buClr>
                <a:schemeClr val="dk1"/>
              </a:buClr>
              <a:buSzPts val="1611"/>
              <a:buNone/>
              <a:defRPr sz="18890"/>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22" name="Google Shape;22;p4"/>
          <p:cNvSpPr txBox="1"/>
          <p:nvPr>
            <p:ph idx="1" type="subTitle"/>
          </p:nvPr>
        </p:nvSpPr>
        <p:spPr>
          <a:xfrm>
            <a:off x="5760720" y="18912840"/>
            <a:ext cx="26883300" cy="8529300"/>
          </a:xfrm>
          <a:prstGeom prst="rect">
            <a:avLst/>
          </a:prstGeom>
          <a:noFill/>
          <a:ln>
            <a:noFill/>
          </a:ln>
        </p:spPr>
        <p:txBody>
          <a:bodyPr anchorCtr="0" anchor="t" bIns="196450" lIns="392925" spcFirstLastPara="1" rIns="392925" wrap="square" tIns="196450">
            <a:normAutofit/>
          </a:bodyPr>
          <a:lstStyle>
            <a:lvl1pPr lvl="0" algn="ctr">
              <a:spcBef>
                <a:spcPts val="2758"/>
              </a:spcBef>
              <a:spcAft>
                <a:spcPts val="0"/>
              </a:spcAft>
              <a:buClr>
                <a:srgbClr val="888888"/>
              </a:buClr>
              <a:buSzPts val="13791"/>
              <a:buNone/>
              <a:defRPr sz="13790">
                <a:solidFill>
                  <a:srgbClr val="888888"/>
                </a:solidFill>
              </a:defRPr>
            </a:lvl1pPr>
            <a:lvl2pPr lvl="1" algn="ctr">
              <a:spcBef>
                <a:spcPts val="2400"/>
              </a:spcBef>
              <a:spcAft>
                <a:spcPts val="0"/>
              </a:spcAft>
              <a:buClr>
                <a:srgbClr val="888888"/>
              </a:buClr>
              <a:buSzPts val="12000"/>
              <a:buNone/>
              <a:defRPr sz="12000">
                <a:solidFill>
                  <a:srgbClr val="888888"/>
                </a:solidFill>
              </a:defRPr>
            </a:lvl2pPr>
            <a:lvl3pPr lvl="2" algn="ctr">
              <a:spcBef>
                <a:spcPts val="2059"/>
              </a:spcBef>
              <a:spcAft>
                <a:spcPts val="0"/>
              </a:spcAft>
              <a:buClr>
                <a:srgbClr val="888888"/>
              </a:buClr>
              <a:buSzPts val="10296"/>
              <a:buNone/>
              <a:defRPr sz="10296">
                <a:solidFill>
                  <a:srgbClr val="888888"/>
                </a:solidFill>
              </a:defRPr>
            </a:lvl3pPr>
            <a:lvl4pPr lvl="3" algn="ctr">
              <a:spcBef>
                <a:spcPts val="1719"/>
              </a:spcBef>
              <a:spcAft>
                <a:spcPts val="0"/>
              </a:spcAft>
              <a:buClr>
                <a:srgbClr val="888888"/>
              </a:buClr>
              <a:buSzPts val="8595"/>
              <a:buNone/>
              <a:defRPr sz="8594">
                <a:solidFill>
                  <a:srgbClr val="888888"/>
                </a:solidFill>
              </a:defRPr>
            </a:lvl4pPr>
            <a:lvl5pPr lvl="4" algn="ctr">
              <a:spcBef>
                <a:spcPts val="1719"/>
              </a:spcBef>
              <a:spcAft>
                <a:spcPts val="0"/>
              </a:spcAft>
              <a:buClr>
                <a:srgbClr val="888888"/>
              </a:buClr>
              <a:buSzPts val="8595"/>
              <a:buNone/>
              <a:defRPr sz="8594">
                <a:solidFill>
                  <a:srgbClr val="888888"/>
                </a:solidFill>
              </a:defRPr>
            </a:lvl5pPr>
            <a:lvl6pPr lvl="5" algn="ctr">
              <a:spcBef>
                <a:spcPts val="1719"/>
              </a:spcBef>
              <a:spcAft>
                <a:spcPts val="0"/>
              </a:spcAft>
              <a:buClr>
                <a:srgbClr val="888888"/>
              </a:buClr>
              <a:buSzPts val="8595"/>
              <a:buNone/>
              <a:defRPr sz="8594">
                <a:solidFill>
                  <a:srgbClr val="888888"/>
                </a:solidFill>
              </a:defRPr>
            </a:lvl6pPr>
            <a:lvl7pPr lvl="6" algn="ctr">
              <a:spcBef>
                <a:spcPts val="1719"/>
              </a:spcBef>
              <a:spcAft>
                <a:spcPts val="0"/>
              </a:spcAft>
              <a:buClr>
                <a:srgbClr val="888888"/>
              </a:buClr>
              <a:buSzPts val="8595"/>
              <a:buNone/>
              <a:defRPr sz="8594">
                <a:solidFill>
                  <a:srgbClr val="888888"/>
                </a:solidFill>
              </a:defRPr>
            </a:lvl7pPr>
            <a:lvl8pPr lvl="7" algn="ctr">
              <a:spcBef>
                <a:spcPts val="1719"/>
              </a:spcBef>
              <a:spcAft>
                <a:spcPts val="0"/>
              </a:spcAft>
              <a:buClr>
                <a:srgbClr val="888888"/>
              </a:buClr>
              <a:buSzPts val="8595"/>
              <a:buNone/>
              <a:defRPr sz="8594">
                <a:solidFill>
                  <a:srgbClr val="888888"/>
                </a:solidFill>
              </a:defRPr>
            </a:lvl8pPr>
            <a:lvl9pPr lvl="8" algn="ctr">
              <a:spcBef>
                <a:spcPts val="1719"/>
              </a:spcBef>
              <a:spcAft>
                <a:spcPts val="0"/>
              </a:spcAft>
              <a:buClr>
                <a:srgbClr val="888888"/>
              </a:buClr>
              <a:buSzPts val="8595"/>
              <a:buNone/>
              <a:defRPr sz="8594">
                <a:solidFill>
                  <a:srgbClr val="888888"/>
                </a:solidFill>
              </a:defRPr>
            </a:lvl9pPr>
          </a:lstStyle>
          <a:p/>
        </p:txBody>
      </p:sp>
      <p:sp>
        <p:nvSpPr>
          <p:cNvPr id="23" name="Google Shape;23;p4"/>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24" name="Google Shape;24;p4"/>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25" name="Google Shape;25;p4"/>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1920240" y="1336571"/>
            <a:ext cx="34564200" cy="5562600"/>
          </a:xfrm>
          <a:prstGeom prst="rect">
            <a:avLst/>
          </a:prstGeom>
          <a:noFill/>
          <a:ln>
            <a:noFill/>
          </a:ln>
        </p:spPr>
        <p:txBody>
          <a:bodyPr anchorCtr="0" anchor="ctr" bIns="196450" lIns="392925" spcFirstLastPara="1" rIns="392925" wrap="square" tIns="196450">
            <a:normAutofit/>
          </a:bodyPr>
          <a:lstStyle>
            <a:lvl1pPr lvl="0" algn="ctr">
              <a:spcBef>
                <a:spcPts val="0"/>
              </a:spcBef>
              <a:spcAft>
                <a:spcPts val="0"/>
              </a:spcAft>
              <a:buClr>
                <a:schemeClr val="dk1"/>
              </a:buClr>
              <a:buSzPts val="1611"/>
              <a:buNone/>
              <a:defRPr sz="18890"/>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28" name="Google Shape;28;p5"/>
          <p:cNvSpPr txBox="1"/>
          <p:nvPr>
            <p:ph idx="1" type="body"/>
          </p:nvPr>
        </p:nvSpPr>
        <p:spPr>
          <a:xfrm>
            <a:off x="1920240" y="7787643"/>
            <a:ext cx="34564200" cy="22026300"/>
          </a:xfrm>
          <a:prstGeom prst="rect">
            <a:avLst/>
          </a:prstGeom>
          <a:noFill/>
          <a:ln>
            <a:noFill/>
          </a:ln>
        </p:spPr>
        <p:txBody>
          <a:bodyPr anchorCtr="0" anchor="t" bIns="196450" lIns="392925" spcFirstLastPara="1" rIns="392925" wrap="square" tIns="196450">
            <a:normAutofit/>
          </a:bodyPr>
          <a:lstStyle>
            <a:lvl1pPr indent="-330928" lvl="0" marL="457200" algn="l">
              <a:spcBef>
                <a:spcPts val="322"/>
              </a:spcBef>
              <a:spcAft>
                <a:spcPts val="0"/>
              </a:spcAft>
              <a:buClr>
                <a:schemeClr val="dk1"/>
              </a:buClr>
              <a:buSzPts val="1611"/>
              <a:buChar char="•"/>
              <a:defRPr sz="13790"/>
            </a:lvl1pPr>
            <a:lvl2pPr indent="-330928" lvl="1" marL="914400" algn="l">
              <a:spcBef>
                <a:spcPts val="322"/>
              </a:spcBef>
              <a:spcAft>
                <a:spcPts val="0"/>
              </a:spcAft>
              <a:buClr>
                <a:schemeClr val="dk1"/>
              </a:buClr>
              <a:buSzPts val="1611"/>
              <a:buChar char="–"/>
              <a:defRPr sz="12000"/>
            </a:lvl2pPr>
            <a:lvl3pPr indent="-330928" lvl="2" marL="1371600" algn="l">
              <a:spcBef>
                <a:spcPts val="322"/>
              </a:spcBef>
              <a:spcAft>
                <a:spcPts val="0"/>
              </a:spcAft>
              <a:buClr>
                <a:schemeClr val="dk1"/>
              </a:buClr>
              <a:buSzPts val="1611"/>
              <a:buChar char="•"/>
              <a:defRPr sz="10296"/>
            </a:lvl3pPr>
            <a:lvl4pPr indent="-330928" lvl="3" marL="1828800" algn="l">
              <a:spcBef>
                <a:spcPts val="322"/>
              </a:spcBef>
              <a:spcAft>
                <a:spcPts val="0"/>
              </a:spcAft>
              <a:buClr>
                <a:schemeClr val="dk1"/>
              </a:buClr>
              <a:buSzPts val="1611"/>
              <a:buChar char="–"/>
              <a:defRPr sz="8594"/>
            </a:lvl4pPr>
            <a:lvl5pPr indent="-330928" lvl="4" marL="2286000" algn="l">
              <a:spcBef>
                <a:spcPts val="322"/>
              </a:spcBef>
              <a:spcAft>
                <a:spcPts val="0"/>
              </a:spcAft>
              <a:buClr>
                <a:schemeClr val="dk1"/>
              </a:buClr>
              <a:buSzPts val="1611"/>
              <a:buChar char="»"/>
              <a:defRPr sz="8594"/>
            </a:lvl5pPr>
            <a:lvl6pPr indent="-330928" lvl="5" marL="2743200" algn="l">
              <a:spcBef>
                <a:spcPts val="322"/>
              </a:spcBef>
              <a:spcAft>
                <a:spcPts val="0"/>
              </a:spcAft>
              <a:buClr>
                <a:schemeClr val="dk1"/>
              </a:buClr>
              <a:buSzPts val="1611"/>
              <a:buChar char="•"/>
              <a:defRPr sz="8594"/>
            </a:lvl6pPr>
            <a:lvl7pPr indent="-330928" lvl="6" marL="3200400" algn="l">
              <a:spcBef>
                <a:spcPts val="322"/>
              </a:spcBef>
              <a:spcAft>
                <a:spcPts val="0"/>
              </a:spcAft>
              <a:buClr>
                <a:schemeClr val="dk1"/>
              </a:buClr>
              <a:buSzPts val="1611"/>
              <a:buChar char="•"/>
              <a:defRPr sz="8594"/>
            </a:lvl7pPr>
            <a:lvl8pPr indent="-330928" lvl="7" marL="3657600" algn="l">
              <a:spcBef>
                <a:spcPts val="322"/>
              </a:spcBef>
              <a:spcAft>
                <a:spcPts val="0"/>
              </a:spcAft>
              <a:buClr>
                <a:schemeClr val="dk1"/>
              </a:buClr>
              <a:buSzPts val="1611"/>
              <a:buChar char="•"/>
              <a:defRPr sz="8594"/>
            </a:lvl8pPr>
            <a:lvl9pPr indent="-330928" lvl="8" marL="4114800" algn="l">
              <a:spcBef>
                <a:spcPts val="322"/>
              </a:spcBef>
              <a:spcAft>
                <a:spcPts val="0"/>
              </a:spcAft>
              <a:buClr>
                <a:schemeClr val="dk1"/>
              </a:buClr>
              <a:buSzPts val="1611"/>
              <a:buChar char="•"/>
              <a:defRPr sz="8594"/>
            </a:lvl9pPr>
          </a:lstStyle>
          <a:p/>
        </p:txBody>
      </p:sp>
      <p:sp>
        <p:nvSpPr>
          <p:cNvPr id="29" name="Google Shape;29;p5"/>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30" name="Google Shape;30;p5"/>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31" name="Google Shape;31;p5"/>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3033714" y="21446918"/>
            <a:ext cx="32644200" cy="6629100"/>
          </a:xfrm>
          <a:prstGeom prst="rect">
            <a:avLst/>
          </a:prstGeom>
          <a:noFill/>
          <a:ln>
            <a:noFill/>
          </a:ln>
        </p:spPr>
        <p:txBody>
          <a:bodyPr anchorCtr="0" anchor="t" bIns="196450" lIns="392925" spcFirstLastPara="1" rIns="392925" wrap="square" tIns="196450">
            <a:normAutofit/>
          </a:bodyPr>
          <a:lstStyle>
            <a:lvl1pPr lvl="0" algn="l">
              <a:spcBef>
                <a:spcPts val="0"/>
              </a:spcBef>
              <a:spcAft>
                <a:spcPts val="0"/>
              </a:spcAft>
              <a:buClr>
                <a:schemeClr val="dk1"/>
              </a:buClr>
              <a:buSzPts val="17193"/>
              <a:buFont typeface="Calibri"/>
              <a:buNone/>
              <a:defRPr b="1" sz="17192" cap="none"/>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34" name="Google Shape;34;p6"/>
          <p:cNvSpPr txBox="1"/>
          <p:nvPr>
            <p:ph idx="1" type="body"/>
          </p:nvPr>
        </p:nvSpPr>
        <p:spPr>
          <a:xfrm>
            <a:off x="3033714" y="14146006"/>
            <a:ext cx="32644200" cy="7301100"/>
          </a:xfrm>
          <a:prstGeom prst="rect">
            <a:avLst/>
          </a:prstGeom>
          <a:noFill/>
          <a:ln>
            <a:noFill/>
          </a:ln>
        </p:spPr>
        <p:txBody>
          <a:bodyPr anchorCtr="0" anchor="b" bIns="196450" lIns="392925" spcFirstLastPara="1" rIns="392925" wrap="square" tIns="196450">
            <a:normAutofit/>
          </a:bodyPr>
          <a:lstStyle>
            <a:lvl1pPr indent="-228600" lvl="0" marL="457200" algn="l">
              <a:spcBef>
                <a:spcPts val="1719"/>
              </a:spcBef>
              <a:spcAft>
                <a:spcPts val="0"/>
              </a:spcAft>
              <a:buClr>
                <a:srgbClr val="888888"/>
              </a:buClr>
              <a:buSzPts val="8595"/>
              <a:buNone/>
              <a:defRPr sz="8594">
                <a:solidFill>
                  <a:srgbClr val="888888"/>
                </a:solidFill>
              </a:defRPr>
            </a:lvl1pPr>
            <a:lvl2pPr indent="-228600" lvl="1" marL="914400" algn="l">
              <a:spcBef>
                <a:spcPts val="1540"/>
              </a:spcBef>
              <a:spcAft>
                <a:spcPts val="0"/>
              </a:spcAft>
              <a:buClr>
                <a:srgbClr val="888888"/>
              </a:buClr>
              <a:buSzPts val="7699"/>
              <a:buNone/>
              <a:defRPr sz="7699">
                <a:solidFill>
                  <a:srgbClr val="888888"/>
                </a:solidFill>
              </a:defRPr>
            </a:lvl2pPr>
            <a:lvl3pPr indent="-228600" lvl="2" marL="1371600" algn="l">
              <a:spcBef>
                <a:spcPts val="1379"/>
              </a:spcBef>
              <a:spcAft>
                <a:spcPts val="0"/>
              </a:spcAft>
              <a:buClr>
                <a:srgbClr val="888888"/>
              </a:buClr>
              <a:buSzPts val="6894"/>
              <a:buNone/>
              <a:defRPr sz="6894">
                <a:solidFill>
                  <a:srgbClr val="888888"/>
                </a:solidFill>
              </a:defRPr>
            </a:lvl3pPr>
            <a:lvl4pPr indent="-228600" lvl="3" marL="1828800" algn="l">
              <a:spcBef>
                <a:spcPts val="1200"/>
              </a:spcBef>
              <a:spcAft>
                <a:spcPts val="0"/>
              </a:spcAft>
              <a:buClr>
                <a:srgbClr val="888888"/>
              </a:buClr>
              <a:buSzPts val="5999"/>
              <a:buNone/>
              <a:defRPr sz="5999">
                <a:solidFill>
                  <a:srgbClr val="888888"/>
                </a:solidFill>
              </a:defRPr>
            </a:lvl4pPr>
            <a:lvl5pPr indent="-228600" lvl="4" marL="2286000" algn="l">
              <a:spcBef>
                <a:spcPts val="1200"/>
              </a:spcBef>
              <a:spcAft>
                <a:spcPts val="0"/>
              </a:spcAft>
              <a:buClr>
                <a:srgbClr val="888888"/>
              </a:buClr>
              <a:buSzPts val="5999"/>
              <a:buNone/>
              <a:defRPr sz="5999">
                <a:solidFill>
                  <a:srgbClr val="888888"/>
                </a:solidFill>
              </a:defRPr>
            </a:lvl5pPr>
            <a:lvl6pPr indent="-228600" lvl="5" marL="2743200" algn="l">
              <a:spcBef>
                <a:spcPts val="1200"/>
              </a:spcBef>
              <a:spcAft>
                <a:spcPts val="0"/>
              </a:spcAft>
              <a:buClr>
                <a:srgbClr val="888888"/>
              </a:buClr>
              <a:buSzPts val="5999"/>
              <a:buNone/>
              <a:defRPr sz="5999">
                <a:solidFill>
                  <a:srgbClr val="888888"/>
                </a:solidFill>
              </a:defRPr>
            </a:lvl6pPr>
            <a:lvl7pPr indent="-228600" lvl="6" marL="3200400" algn="l">
              <a:spcBef>
                <a:spcPts val="1200"/>
              </a:spcBef>
              <a:spcAft>
                <a:spcPts val="0"/>
              </a:spcAft>
              <a:buClr>
                <a:srgbClr val="888888"/>
              </a:buClr>
              <a:buSzPts val="5999"/>
              <a:buNone/>
              <a:defRPr sz="5999">
                <a:solidFill>
                  <a:srgbClr val="888888"/>
                </a:solidFill>
              </a:defRPr>
            </a:lvl7pPr>
            <a:lvl8pPr indent="-228600" lvl="7" marL="3657600" algn="l">
              <a:spcBef>
                <a:spcPts val="1200"/>
              </a:spcBef>
              <a:spcAft>
                <a:spcPts val="0"/>
              </a:spcAft>
              <a:buClr>
                <a:srgbClr val="888888"/>
              </a:buClr>
              <a:buSzPts val="5999"/>
              <a:buNone/>
              <a:defRPr sz="5999">
                <a:solidFill>
                  <a:srgbClr val="888888"/>
                </a:solidFill>
              </a:defRPr>
            </a:lvl8pPr>
            <a:lvl9pPr indent="-228600" lvl="8" marL="4114800" algn="l">
              <a:spcBef>
                <a:spcPts val="1200"/>
              </a:spcBef>
              <a:spcAft>
                <a:spcPts val="0"/>
              </a:spcAft>
              <a:buClr>
                <a:srgbClr val="888888"/>
              </a:buClr>
              <a:buSzPts val="5999"/>
              <a:buNone/>
              <a:defRPr sz="5999">
                <a:solidFill>
                  <a:srgbClr val="888888"/>
                </a:solidFill>
              </a:defRPr>
            </a:lvl9pPr>
          </a:lstStyle>
          <a:p/>
        </p:txBody>
      </p:sp>
      <p:sp>
        <p:nvSpPr>
          <p:cNvPr id="35" name="Google Shape;35;p6"/>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36" name="Google Shape;36;p6"/>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37" name="Google Shape;37;p6"/>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1920240" y="1336571"/>
            <a:ext cx="34564200" cy="5562600"/>
          </a:xfrm>
          <a:prstGeom prst="rect">
            <a:avLst/>
          </a:prstGeom>
          <a:noFill/>
          <a:ln>
            <a:noFill/>
          </a:ln>
        </p:spPr>
        <p:txBody>
          <a:bodyPr anchorCtr="0" anchor="ctr" bIns="196450" lIns="392925" spcFirstLastPara="1" rIns="392925" wrap="square" tIns="196450">
            <a:normAutofit/>
          </a:bodyPr>
          <a:lstStyle>
            <a:lvl1pPr lvl="0" algn="ctr">
              <a:spcBef>
                <a:spcPts val="0"/>
              </a:spcBef>
              <a:spcAft>
                <a:spcPts val="0"/>
              </a:spcAft>
              <a:buClr>
                <a:schemeClr val="dk1"/>
              </a:buClr>
              <a:buSzPts val="1611"/>
              <a:buNone/>
              <a:defRPr sz="18890"/>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40" name="Google Shape;40;p7"/>
          <p:cNvSpPr txBox="1"/>
          <p:nvPr>
            <p:ph idx="1" type="body"/>
          </p:nvPr>
        </p:nvSpPr>
        <p:spPr>
          <a:xfrm>
            <a:off x="1920240" y="7787643"/>
            <a:ext cx="16962000" cy="22026300"/>
          </a:xfrm>
          <a:prstGeom prst="rect">
            <a:avLst/>
          </a:prstGeom>
          <a:noFill/>
          <a:ln>
            <a:noFill/>
          </a:ln>
        </p:spPr>
        <p:txBody>
          <a:bodyPr anchorCtr="0" anchor="t" bIns="196450" lIns="392925" spcFirstLastPara="1" rIns="392925" wrap="square" tIns="196450">
            <a:normAutofit/>
          </a:bodyPr>
          <a:lstStyle>
            <a:lvl1pPr indent="-990607" lvl="0" marL="457200" algn="l">
              <a:spcBef>
                <a:spcPts val="2400"/>
              </a:spcBef>
              <a:spcAft>
                <a:spcPts val="0"/>
              </a:spcAft>
              <a:buClr>
                <a:schemeClr val="dk1"/>
              </a:buClr>
              <a:buSzPts val="12000"/>
              <a:buChar char="•"/>
              <a:defRPr sz="12000"/>
            </a:lvl1pPr>
            <a:lvl2pPr indent="-882423" lvl="1" marL="914400" algn="l">
              <a:spcBef>
                <a:spcPts val="2059"/>
              </a:spcBef>
              <a:spcAft>
                <a:spcPts val="0"/>
              </a:spcAft>
              <a:buClr>
                <a:schemeClr val="dk1"/>
              </a:buClr>
              <a:buSzPts val="10296"/>
              <a:buChar char="–"/>
              <a:defRPr sz="10296"/>
            </a:lvl2pPr>
            <a:lvl3pPr indent="-774352" lvl="2" marL="1371600" algn="l">
              <a:spcBef>
                <a:spcPts val="1719"/>
              </a:spcBef>
              <a:spcAft>
                <a:spcPts val="0"/>
              </a:spcAft>
              <a:buClr>
                <a:schemeClr val="dk1"/>
              </a:buClr>
              <a:buSzPts val="8595"/>
              <a:buChar char="•"/>
              <a:defRPr sz="8594"/>
            </a:lvl3pPr>
            <a:lvl4pPr indent="-717503" lvl="3" marL="1828800" algn="l">
              <a:spcBef>
                <a:spcPts val="1540"/>
              </a:spcBef>
              <a:spcAft>
                <a:spcPts val="0"/>
              </a:spcAft>
              <a:buClr>
                <a:schemeClr val="dk1"/>
              </a:buClr>
              <a:buSzPts val="7699"/>
              <a:buChar char="–"/>
              <a:defRPr sz="7699"/>
            </a:lvl4pPr>
            <a:lvl5pPr indent="-717503" lvl="4" marL="2286000" algn="l">
              <a:spcBef>
                <a:spcPts val="1540"/>
              </a:spcBef>
              <a:spcAft>
                <a:spcPts val="0"/>
              </a:spcAft>
              <a:buClr>
                <a:schemeClr val="dk1"/>
              </a:buClr>
              <a:buSzPts val="7699"/>
              <a:buChar char="»"/>
              <a:defRPr sz="7699"/>
            </a:lvl5pPr>
            <a:lvl6pPr indent="-717503" lvl="5" marL="2743200" algn="l">
              <a:spcBef>
                <a:spcPts val="1540"/>
              </a:spcBef>
              <a:spcAft>
                <a:spcPts val="0"/>
              </a:spcAft>
              <a:buClr>
                <a:schemeClr val="dk1"/>
              </a:buClr>
              <a:buSzPts val="7699"/>
              <a:buChar char="•"/>
              <a:defRPr sz="7699"/>
            </a:lvl6pPr>
            <a:lvl7pPr indent="-717503" lvl="6" marL="3200400" algn="l">
              <a:spcBef>
                <a:spcPts val="1540"/>
              </a:spcBef>
              <a:spcAft>
                <a:spcPts val="0"/>
              </a:spcAft>
              <a:buClr>
                <a:schemeClr val="dk1"/>
              </a:buClr>
              <a:buSzPts val="7699"/>
              <a:buChar char="•"/>
              <a:defRPr sz="7699"/>
            </a:lvl7pPr>
            <a:lvl8pPr indent="-717503" lvl="7" marL="3657600" algn="l">
              <a:spcBef>
                <a:spcPts val="1540"/>
              </a:spcBef>
              <a:spcAft>
                <a:spcPts val="0"/>
              </a:spcAft>
              <a:buClr>
                <a:schemeClr val="dk1"/>
              </a:buClr>
              <a:buSzPts val="7699"/>
              <a:buChar char="•"/>
              <a:defRPr sz="7699"/>
            </a:lvl8pPr>
            <a:lvl9pPr indent="-717503" lvl="8" marL="4114800" algn="l">
              <a:spcBef>
                <a:spcPts val="1540"/>
              </a:spcBef>
              <a:spcAft>
                <a:spcPts val="0"/>
              </a:spcAft>
              <a:buClr>
                <a:schemeClr val="dk1"/>
              </a:buClr>
              <a:buSzPts val="7699"/>
              <a:buChar char="•"/>
              <a:defRPr sz="7699"/>
            </a:lvl9pPr>
          </a:lstStyle>
          <a:p/>
        </p:txBody>
      </p:sp>
      <p:sp>
        <p:nvSpPr>
          <p:cNvPr id="41" name="Google Shape;41;p7"/>
          <p:cNvSpPr txBox="1"/>
          <p:nvPr>
            <p:ph idx="2" type="body"/>
          </p:nvPr>
        </p:nvSpPr>
        <p:spPr>
          <a:xfrm>
            <a:off x="19522440" y="7787643"/>
            <a:ext cx="16962000" cy="22026300"/>
          </a:xfrm>
          <a:prstGeom prst="rect">
            <a:avLst/>
          </a:prstGeom>
          <a:noFill/>
          <a:ln>
            <a:noFill/>
          </a:ln>
        </p:spPr>
        <p:txBody>
          <a:bodyPr anchorCtr="0" anchor="t" bIns="196450" lIns="392925" spcFirstLastPara="1" rIns="392925" wrap="square" tIns="196450">
            <a:normAutofit/>
          </a:bodyPr>
          <a:lstStyle>
            <a:lvl1pPr indent="-990607" lvl="0" marL="457200" algn="l">
              <a:spcBef>
                <a:spcPts val="2400"/>
              </a:spcBef>
              <a:spcAft>
                <a:spcPts val="0"/>
              </a:spcAft>
              <a:buClr>
                <a:schemeClr val="dk1"/>
              </a:buClr>
              <a:buSzPts val="12000"/>
              <a:buChar char="•"/>
              <a:defRPr sz="12000"/>
            </a:lvl1pPr>
            <a:lvl2pPr indent="-882423" lvl="1" marL="914400" algn="l">
              <a:spcBef>
                <a:spcPts val="2059"/>
              </a:spcBef>
              <a:spcAft>
                <a:spcPts val="0"/>
              </a:spcAft>
              <a:buClr>
                <a:schemeClr val="dk1"/>
              </a:buClr>
              <a:buSzPts val="10296"/>
              <a:buChar char="–"/>
              <a:defRPr sz="10296"/>
            </a:lvl2pPr>
            <a:lvl3pPr indent="-774352" lvl="2" marL="1371600" algn="l">
              <a:spcBef>
                <a:spcPts val="1719"/>
              </a:spcBef>
              <a:spcAft>
                <a:spcPts val="0"/>
              </a:spcAft>
              <a:buClr>
                <a:schemeClr val="dk1"/>
              </a:buClr>
              <a:buSzPts val="8595"/>
              <a:buChar char="•"/>
              <a:defRPr sz="8594"/>
            </a:lvl3pPr>
            <a:lvl4pPr indent="-717503" lvl="3" marL="1828800" algn="l">
              <a:spcBef>
                <a:spcPts val="1540"/>
              </a:spcBef>
              <a:spcAft>
                <a:spcPts val="0"/>
              </a:spcAft>
              <a:buClr>
                <a:schemeClr val="dk1"/>
              </a:buClr>
              <a:buSzPts val="7699"/>
              <a:buChar char="–"/>
              <a:defRPr sz="7699"/>
            </a:lvl4pPr>
            <a:lvl5pPr indent="-717503" lvl="4" marL="2286000" algn="l">
              <a:spcBef>
                <a:spcPts val="1540"/>
              </a:spcBef>
              <a:spcAft>
                <a:spcPts val="0"/>
              </a:spcAft>
              <a:buClr>
                <a:schemeClr val="dk1"/>
              </a:buClr>
              <a:buSzPts val="7699"/>
              <a:buChar char="»"/>
              <a:defRPr sz="7699"/>
            </a:lvl5pPr>
            <a:lvl6pPr indent="-717503" lvl="5" marL="2743200" algn="l">
              <a:spcBef>
                <a:spcPts val="1540"/>
              </a:spcBef>
              <a:spcAft>
                <a:spcPts val="0"/>
              </a:spcAft>
              <a:buClr>
                <a:schemeClr val="dk1"/>
              </a:buClr>
              <a:buSzPts val="7699"/>
              <a:buChar char="•"/>
              <a:defRPr sz="7699"/>
            </a:lvl6pPr>
            <a:lvl7pPr indent="-717503" lvl="6" marL="3200400" algn="l">
              <a:spcBef>
                <a:spcPts val="1540"/>
              </a:spcBef>
              <a:spcAft>
                <a:spcPts val="0"/>
              </a:spcAft>
              <a:buClr>
                <a:schemeClr val="dk1"/>
              </a:buClr>
              <a:buSzPts val="7699"/>
              <a:buChar char="•"/>
              <a:defRPr sz="7699"/>
            </a:lvl7pPr>
            <a:lvl8pPr indent="-717503" lvl="7" marL="3657600" algn="l">
              <a:spcBef>
                <a:spcPts val="1540"/>
              </a:spcBef>
              <a:spcAft>
                <a:spcPts val="0"/>
              </a:spcAft>
              <a:buClr>
                <a:schemeClr val="dk1"/>
              </a:buClr>
              <a:buSzPts val="7699"/>
              <a:buChar char="•"/>
              <a:defRPr sz="7699"/>
            </a:lvl8pPr>
            <a:lvl9pPr indent="-717503" lvl="8" marL="4114800" algn="l">
              <a:spcBef>
                <a:spcPts val="1540"/>
              </a:spcBef>
              <a:spcAft>
                <a:spcPts val="0"/>
              </a:spcAft>
              <a:buClr>
                <a:schemeClr val="dk1"/>
              </a:buClr>
              <a:buSzPts val="7699"/>
              <a:buChar char="•"/>
              <a:defRPr sz="7699"/>
            </a:lvl9pPr>
          </a:lstStyle>
          <a:p/>
        </p:txBody>
      </p:sp>
      <p:sp>
        <p:nvSpPr>
          <p:cNvPr id="42" name="Google Shape;42;p7"/>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43" name="Google Shape;43;p7"/>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44" name="Google Shape;44;p7"/>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1920240" y="1336571"/>
            <a:ext cx="34564200" cy="5562600"/>
          </a:xfrm>
          <a:prstGeom prst="rect">
            <a:avLst/>
          </a:prstGeom>
          <a:noFill/>
          <a:ln>
            <a:noFill/>
          </a:ln>
        </p:spPr>
        <p:txBody>
          <a:bodyPr anchorCtr="0" anchor="ctr" bIns="196450" lIns="392925" spcFirstLastPara="1" rIns="392925" wrap="square" tIns="196450">
            <a:normAutofit/>
          </a:bodyPr>
          <a:lstStyle>
            <a:lvl1pPr lvl="0" algn="ctr">
              <a:spcBef>
                <a:spcPts val="0"/>
              </a:spcBef>
              <a:spcAft>
                <a:spcPts val="0"/>
              </a:spcAft>
              <a:buClr>
                <a:schemeClr val="dk1"/>
              </a:buClr>
              <a:buSzPts val="1611"/>
              <a:buNone/>
              <a:defRPr sz="18890"/>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47" name="Google Shape;47;p8"/>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48" name="Google Shape;48;p8"/>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49" name="Google Shape;49;p8"/>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52" name="Google Shape;52;p9"/>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53" name="Google Shape;53;p9"/>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1920243" y="1328843"/>
            <a:ext cx="12634800" cy="5655300"/>
          </a:xfrm>
          <a:prstGeom prst="rect">
            <a:avLst/>
          </a:prstGeom>
          <a:noFill/>
          <a:ln>
            <a:noFill/>
          </a:ln>
        </p:spPr>
        <p:txBody>
          <a:bodyPr anchorCtr="0" anchor="b" bIns="196450" lIns="392925" spcFirstLastPara="1" rIns="392925" wrap="square" tIns="196450">
            <a:normAutofit/>
          </a:bodyPr>
          <a:lstStyle>
            <a:lvl1pPr lvl="0" algn="l">
              <a:spcBef>
                <a:spcPts val="0"/>
              </a:spcBef>
              <a:spcAft>
                <a:spcPts val="0"/>
              </a:spcAft>
              <a:buClr>
                <a:schemeClr val="dk1"/>
              </a:buClr>
              <a:buSzPts val="8595"/>
              <a:buFont typeface="Calibri"/>
              <a:buNone/>
              <a:defRPr b="1" sz="8594"/>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56" name="Google Shape;56;p10"/>
          <p:cNvSpPr txBox="1"/>
          <p:nvPr>
            <p:ph idx="1" type="body"/>
          </p:nvPr>
        </p:nvSpPr>
        <p:spPr>
          <a:xfrm>
            <a:off x="15015210" y="1328846"/>
            <a:ext cx="21469500" cy="28485300"/>
          </a:xfrm>
          <a:prstGeom prst="rect">
            <a:avLst/>
          </a:prstGeom>
          <a:noFill/>
          <a:ln>
            <a:noFill/>
          </a:ln>
        </p:spPr>
        <p:txBody>
          <a:bodyPr anchorCtr="0" anchor="t" bIns="196450" lIns="392925" spcFirstLastPara="1" rIns="392925" wrap="square" tIns="196450">
            <a:normAutofit/>
          </a:bodyPr>
          <a:lstStyle>
            <a:lvl1pPr indent="-1104305" lvl="0" marL="457200" algn="l">
              <a:spcBef>
                <a:spcPts val="2758"/>
              </a:spcBef>
              <a:spcAft>
                <a:spcPts val="0"/>
              </a:spcAft>
              <a:buClr>
                <a:schemeClr val="dk1"/>
              </a:buClr>
              <a:buSzPts val="13791"/>
              <a:buChar char="•"/>
              <a:defRPr sz="13790"/>
            </a:lvl1pPr>
            <a:lvl2pPr indent="-990607" lvl="1" marL="914400" algn="l">
              <a:spcBef>
                <a:spcPts val="2400"/>
              </a:spcBef>
              <a:spcAft>
                <a:spcPts val="0"/>
              </a:spcAft>
              <a:buClr>
                <a:schemeClr val="dk1"/>
              </a:buClr>
              <a:buSzPts val="12000"/>
              <a:buChar char="–"/>
              <a:defRPr sz="12000"/>
            </a:lvl2pPr>
            <a:lvl3pPr indent="-882423" lvl="2" marL="1371600" algn="l">
              <a:spcBef>
                <a:spcPts val="2059"/>
              </a:spcBef>
              <a:spcAft>
                <a:spcPts val="0"/>
              </a:spcAft>
              <a:buClr>
                <a:schemeClr val="dk1"/>
              </a:buClr>
              <a:buSzPts val="10296"/>
              <a:buChar char="•"/>
              <a:defRPr sz="10296"/>
            </a:lvl3pPr>
            <a:lvl4pPr indent="-774352" lvl="3" marL="1828800" algn="l">
              <a:spcBef>
                <a:spcPts val="1719"/>
              </a:spcBef>
              <a:spcAft>
                <a:spcPts val="0"/>
              </a:spcAft>
              <a:buClr>
                <a:schemeClr val="dk1"/>
              </a:buClr>
              <a:buSzPts val="8595"/>
              <a:buChar char="–"/>
              <a:defRPr sz="8594"/>
            </a:lvl4pPr>
            <a:lvl5pPr indent="-774352" lvl="4" marL="2286000" algn="l">
              <a:spcBef>
                <a:spcPts val="1719"/>
              </a:spcBef>
              <a:spcAft>
                <a:spcPts val="0"/>
              </a:spcAft>
              <a:buClr>
                <a:schemeClr val="dk1"/>
              </a:buClr>
              <a:buSzPts val="8595"/>
              <a:buChar char="»"/>
              <a:defRPr sz="8594"/>
            </a:lvl5pPr>
            <a:lvl6pPr indent="-774352" lvl="5" marL="2743200" algn="l">
              <a:spcBef>
                <a:spcPts val="1719"/>
              </a:spcBef>
              <a:spcAft>
                <a:spcPts val="0"/>
              </a:spcAft>
              <a:buClr>
                <a:schemeClr val="dk1"/>
              </a:buClr>
              <a:buSzPts val="8595"/>
              <a:buChar char="•"/>
              <a:defRPr sz="8594"/>
            </a:lvl6pPr>
            <a:lvl7pPr indent="-774352" lvl="6" marL="3200400" algn="l">
              <a:spcBef>
                <a:spcPts val="1719"/>
              </a:spcBef>
              <a:spcAft>
                <a:spcPts val="0"/>
              </a:spcAft>
              <a:buClr>
                <a:schemeClr val="dk1"/>
              </a:buClr>
              <a:buSzPts val="8595"/>
              <a:buChar char="•"/>
              <a:defRPr sz="8594"/>
            </a:lvl7pPr>
            <a:lvl8pPr indent="-774352" lvl="7" marL="3657600" algn="l">
              <a:spcBef>
                <a:spcPts val="1719"/>
              </a:spcBef>
              <a:spcAft>
                <a:spcPts val="0"/>
              </a:spcAft>
              <a:buClr>
                <a:schemeClr val="dk1"/>
              </a:buClr>
              <a:buSzPts val="8595"/>
              <a:buChar char="•"/>
              <a:defRPr sz="8594"/>
            </a:lvl8pPr>
            <a:lvl9pPr indent="-774352" lvl="8" marL="4114800" algn="l">
              <a:spcBef>
                <a:spcPts val="1719"/>
              </a:spcBef>
              <a:spcAft>
                <a:spcPts val="0"/>
              </a:spcAft>
              <a:buClr>
                <a:schemeClr val="dk1"/>
              </a:buClr>
              <a:buSzPts val="8595"/>
              <a:buChar char="•"/>
              <a:defRPr sz="8594"/>
            </a:lvl9pPr>
          </a:lstStyle>
          <a:p/>
        </p:txBody>
      </p:sp>
      <p:sp>
        <p:nvSpPr>
          <p:cNvPr id="57" name="Google Shape;57;p10"/>
          <p:cNvSpPr txBox="1"/>
          <p:nvPr>
            <p:ph idx="2" type="body"/>
          </p:nvPr>
        </p:nvSpPr>
        <p:spPr>
          <a:xfrm>
            <a:off x="1920243" y="6984156"/>
            <a:ext cx="12634800" cy="22830000"/>
          </a:xfrm>
          <a:prstGeom prst="rect">
            <a:avLst/>
          </a:prstGeom>
          <a:noFill/>
          <a:ln>
            <a:noFill/>
          </a:ln>
        </p:spPr>
        <p:txBody>
          <a:bodyPr anchorCtr="0" anchor="t" bIns="196450" lIns="392925" spcFirstLastPara="1" rIns="392925" wrap="square" tIns="196450">
            <a:normAutofit/>
          </a:bodyPr>
          <a:lstStyle>
            <a:lvl1pPr indent="-228600" lvl="0" marL="457200" algn="l">
              <a:spcBef>
                <a:spcPts val="1200"/>
              </a:spcBef>
              <a:spcAft>
                <a:spcPts val="0"/>
              </a:spcAft>
              <a:buClr>
                <a:schemeClr val="dk1"/>
              </a:buClr>
              <a:buSzPts val="5999"/>
              <a:buNone/>
              <a:defRPr sz="5999"/>
            </a:lvl1pPr>
            <a:lvl2pPr indent="-228600" lvl="1" marL="914400" algn="l">
              <a:spcBef>
                <a:spcPts val="1039"/>
              </a:spcBef>
              <a:spcAft>
                <a:spcPts val="0"/>
              </a:spcAft>
              <a:buClr>
                <a:schemeClr val="dk1"/>
              </a:buClr>
              <a:buSzPts val="5193"/>
              <a:buNone/>
              <a:defRPr sz="5192"/>
            </a:lvl2pPr>
            <a:lvl3pPr indent="-228600" lvl="2" marL="1371600" algn="l">
              <a:spcBef>
                <a:spcPts val="859"/>
              </a:spcBef>
              <a:spcAft>
                <a:spcPts val="0"/>
              </a:spcAft>
              <a:buClr>
                <a:schemeClr val="dk1"/>
              </a:buClr>
              <a:buSzPts val="4297"/>
              <a:buNone/>
              <a:defRPr sz="4297"/>
            </a:lvl3pPr>
            <a:lvl4pPr indent="-228600" lvl="3" marL="1828800" algn="l">
              <a:spcBef>
                <a:spcPts val="770"/>
              </a:spcBef>
              <a:spcAft>
                <a:spcPts val="0"/>
              </a:spcAft>
              <a:buClr>
                <a:schemeClr val="dk1"/>
              </a:buClr>
              <a:buSzPts val="3851"/>
              <a:buNone/>
              <a:defRPr sz="3850"/>
            </a:lvl4pPr>
            <a:lvl5pPr indent="-228600" lvl="4" marL="2286000" algn="l">
              <a:spcBef>
                <a:spcPts val="770"/>
              </a:spcBef>
              <a:spcAft>
                <a:spcPts val="0"/>
              </a:spcAft>
              <a:buClr>
                <a:schemeClr val="dk1"/>
              </a:buClr>
              <a:buSzPts val="3851"/>
              <a:buNone/>
              <a:defRPr sz="3850"/>
            </a:lvl5pPr>
            <a:lvl6pPr indent="-228600" lvl="5" marL="2743200" algn="l">
              <a:spcBef>
                <a:spcPts val="770"/>
              </a:spcBef>
              <a:spcAft>
                <a:spcPts val="0"/>
              </a:spcAft>
              <a:buClr>
                <a:schemeClr val="dk1"/>
              </a:buClr>
              <a:buSzPts val="3851"/>
              <a:buNone/>
              <a:defRPr sz="3850"/>
            </a:lvl6pPr>
            <a:lvl7pPr indent="-228600" lvl="6" marL="3200400" algn="l">
              <a:spcBef>
                <a:spcPts val="770"/>
              </a:spcBef>
              <a:spcAft>
                <a:spcPts val="0"/>
              </a:spcAft>
              <a:buClr>
                <a:schemeClr val="dk1"/>
              </a:buClr>
              <a:buSzPts val="3851"/>
              <a:buNone/>
              <a:defRPr sz="3850"/>
            </a:lvl7pPr>
            <a:lvl8pPr indent="-228600" lvl="7" marL="3657600" algn="l">
              <a:spcBef>
                <a:spcPts val="770"/>
              </a:spcBef>
              <a:spcAft>
                <a:spcPts val="0"/>
              </a:spcAft>
              <a:buClr>
                <a:schemeClr val="dk1"/>
              </a:buClr>
              <a:buSzPts val="3851"/>
              <a:buNone/>
              <a:defRPr sz="3850"/>
            </a:lvl8pPr>
            <a:lvl9pPr indent="-228600" lvl="8" marL="4114800" algn="l">
              <a:spcBef>
                <a:spcPts val="770"/>
              </a:spcBef>
              <a:spcAft>
                <a:spcPts val="0"/>
              </a:spcAft>
              <a:buClr>
                <a:schemeClr val="dk1"/>
              </a:buClr>
              <a:buSzPts val="3851"/>
              <a:buNone/>
              <a:defRPr sz="3850"/>
            </a:lvl9pPr>
          </a:lstStyle>
          <a:p/>
        </p:txBody>
      </p:sp>
      <p:sp>
        <p:nvSpPr>
          <p:cNvPr id="58" name="Google Shape;58;p10"/>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59" name="Google Shape;59;p10"/>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60" name="Google Shape;60;p10"/>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7527609" y="23362920"/>
            <a:ext cx="23043000" cy="2758200"/>
          </a:xfrm>
          <a:prstGeom prst="rect">
            <a:avLst/>
          </a:prstGeom>
          <a:noFill/>
          <a:ln>
            <a:noFill/>
          </a:ln>
        </p:spPr>
        <p:txBody>
          <a:bodyPr anchorCtr="0" anchor="b" bIns="196450" lIns="392925" spcFirstLastPara="1" rIns="392925" wrap="square" tIns="196450">
            <a:normAutofit/>
          </a:bodyPr>
          <a:lstStyle>
            <a:lvl1pPr lvl="0" algn="l">
              <a:spcBef>
                <a:spcPts val="0"/>
              </a:spcBef>
              <a:spcAft>
                <a:spcPts val="0"/>
              </a:spcAft>
              <a:buClr>
                <a:schemeClr val="dk1"/>
              </a:buClr>
              <a:buSzPts val="8595"/>
              <a:buFont typeface="Calibri"/>
              <a:buNone/>
              <a:defRPr b="1" sz="8594"/>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63" name="Google Shape;63;p11"/>
          <p:cNvSpPr/>
          <p:nvPr>
            <p:ph idx="2" type="pic"/>
          </p:nvPr>
        </p:nvSpPr>
        <p:spPr>
          <a:xfrm>
            <a:off x="7527609" y="2982172"/>
            <a:ext cx="23043000" cy="20025300"/>
          </a:xfrm>
          <a:prstGeom prst="rect">
            <a:avLst/>
          </a:prstGeom>
          <a:noFill/>
          <a:ln>
            <a:noFill/>
          </a:ln>
        </p:spPr>
      </p:sp>
      <p:sp>
        <p:nvSpPr>
          <p:cNvPr id="64" name="Google Shape;64;p11"/>
          <p:cNvSpPr txBox="1"/>
          <p:nvPr>
            <p:ph idx="1" type="body"/>
          </p:nvPr>
        </p:nvSpPr>
        <p:spPr>
          <a:xfrm>
            <a:off x="7527609" y="26121045"/>
            <a:ext cx="23043000" cy="3916800"/>
          </a:xfrm>
          <a:prstGeom prst="rect">
            <a:avLst/>
          </a:prstGeom>
          <a:noFill/>
          <a:ln>
            <a:noFill/>
          </a:ln>
        </p:spPr>
        <p:txBody>
          <a:bodyPr anchorCtr="0" anchor="t" bIns="196450" lIns="392925" spcFirstLastPara="1" rIns="392925" wrap="square" tIns="196450">
            <a:normAutofit/>
          </a:bodyPr>
          <a:lstStyle>
            <a:lvl1pPr indent="-228600" lvl="0" marL="457200" algn="l">
              <a:spcBef>
                <a:spcPts val="1200"/>
              </a:spcBef>
              <a:spcAft>
                <a:spcPts val="0"/>
              </a:spcAft>
              <a:buClr>
                <a:schemeClr val="dk1"/>
              </a:buClr>
              <a:buSzPts val="5999"/>
              <a:buNone/>
              <a:defRPr sz="5999"/>
            </a:lvl1pPr>
            <a:lvl2pPr indent="-228600" lvl="1" marL="914400" algn="l">
              <a:spcBef>
                <a:spcPts val="1039"/>
              </a:spcBef>
              <a:spcAft>
                <a:spcPts val="0"/>
              </a:spcAft>
              <a:buClr>
                <a:schemeClr val="dk1"/>
              </a:buClr>
              <a:buSzPts val="5193"/>
              <a:buNone/>
              <a:defRPr sz="5192"/>
            </a:lvl2pPr>
            <a:lvl3pPr indent="-228600" lvl="2" marL="1371600" algn="l">
              <a:spcBef>
                <a:spcPts val="859"/>
              </a:spcBef>
              <a:spcAft>
                <a:spcPts val="0"/>
              </a:spcAft>
              <a:buClr>
                <a:schemeClr val="dk1"/>
              </a:buClr>
              <a:buSzPts val="4297"/>
              <a:buNone/>
              <a:defRPr sz="4297"/>
            </a:lvl3pPr>
            <a:lvl4pPr indent="-228600" lvl="3" marL="1828800" algn="l">
              <a:spcBef>
                <a:spcPts val="770"/>
              </a:spcBef>
              <a:spcAft>
                <a:spcPts val="0"/>
              </a:spcAft>
              <a:buClr>
                <a:schemeClr val="dk1"/>
              </a:buClr>
              <a:buSzPts val="3851"/>
              <a:buNone/>
              <a:defRPr sz="3850"/>
            </a:lvl4pPr>
            <a:lvl5pPr indent="-228600" lvl="4" marL="2286000" algn="l">
              <a:spcBef>
                <a:spcPts val="770"/>
              </a:spcBef>
              <a:spcAft>
                <a:spcPts val="0"/>
              </a:spcAft>
              <a:buClr>
                <a:schemeClr val="dk1"/>
              </a:buClr>
              <a:buSzPts val="3851"/>
              <a:buNone/>
              <a:defRPr sz="3850"/>
            </a:lvl5pPr>
            <a:lvl6pPr indent="-228600" lvl="5" marL="2743200" algn="l">
              <a:spcBef>
                <a:spcPts val="770"/>
              </a:spcBef>
              <a:spcAft>
                <a:spcPts val="0"/>
              </a:spcAft>
              <a:buClr>
                <a:schemeClr val="dk1"/>
              </a:buClr>
              <a:buSzPts val="3851"/>
              <a:buNone/>
              <a:defRPr sz="3850"/>
            </a:lvl6pPr>
            <a:lvl7pPr indent="-228600" lvl="6" marL="3200400" algn="l">
              <a:spcBef>
                <a:spcPts val="770"/>
              </a:spcBef>
              <a:spcAft>
                <a:spcPts val="0"/>
              </a:spcAft>
              <a:buClr>
                <a:schemeClr val="dk1"/>
              </a:buClr>
              <a:buSzPts val="3851"/>
              <a:buNone/>
              <a:defRPr sz="3850"/>
            </a:lvl7pPr>
            <a:lvl8pPr indent="-228600" lvl="7" marL="3657600" algn="l">
              <a:spcBef>
                <a:spcPts val="770"/>
              </a:spcBef>
              <a:spcAft>
                <a:spcPts val="0"/>
              </a:spcAft>
              <a:buClr>
                <a:schemeClr val="dk1"/>
              </a:buClr>
              <a:buSzPts val="3851"/>
              <a:buNone/>
              <a:defRPr sz="3850"/>
            </a:lvl8pPr>
            <a:lvl9pPr indent="-228600" lvl="8" marL="4114800" algn="l">
              <a:spcBef>
                <a:spcPts val="770"/>
              </a:spcBef>
              <a:spcAft>
                <a:spcPts val="0"/>
              </a:spcAft>
              <a:buClr>
                <a:schemeClr val="dk1"/>
              </a:buClr>
              <a:buSzPts val="3851"/>
              <a:buNone/>
              <a:defRPr sz="3850"/>
            </a:lvl9pPr>
          </a:lstStyle>
          <a:p/>
        </p:txBody>
      </p:sp>
      <p:sp>
        <p:nvSpPr>
          <p:cNvPr id="65" name="Google Shape;65;p11"/>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66" name="Google Shape;66;p11"/>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67" name="Google Shape;67;p11"/>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1920240" y="1336571"/>
            <a:ext cx="34564200" cy="5562600"/>
          </a:xfrm>
          <a:prstGeom prst="rect">
            <a:avLst/>
          </a:prstGeom>
          <a:noFill/>
          <a:ln>
            <a:noFill/>
          </a:ln>
        </p:spPr>
        <p:txBody>
          <a:bodyPr anchorCtr="0" anchor="ctr" bIns="196450" lIns="392925" spcFirstLastPara="1" rIns="392925" wrap="square" tIns="196450">
            <a:normAutofit/>
          </a:bodyPr>
          <a:lstStyle>
            <a:lvl1pPr lvl="0" algn="ctr">
              <a:spcBef>
                <a:spcPts val="0"/>
              </a:spcBef>
              <a:spcAft>
                <a:spcPts val="0"/>
              </a:spcAft>
              <a:buClr>
                <a:schemeClr val="dk1"/>
              </a:buClr>
              <a:buSzPts val="1611"/>
              <a:buNone/>
              <a:defRPr sz="18890"/>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70" name="Google Shape;70;p12"/>
          <p:cNvSpPr txBox="1"/>
          <p:nvPr>
            <p:ph idx="1" type="body"/>
          </p:nvPr>
        </p:nvSpPr>
        <p:spPr>
          <a:xfrm rot="5400000">
            <a:off x="8189310" y="1518693"/>
            <a:ext cx="22026300" cy="34564200"/>
          </a:xfrm>
          <a:prstGeom prst="rect">
            <a:avLst/>
          </a:prstGeom>
          <a:noFill/>
          <a:ln>
            <a:noFill/>
          </a:ln>
        </p:spPr>
        <p:txBody>
          <a:bodyPr anchorCtr="0" anchor="t" bIns="196450" lIns="392925" spcFirstLastPara="1" rIns="392925" wrap="square" tIns="196450">
            <a:normAutofit/>
          </a:bodyPr>
          <a:lstStyle>
            <a:lvl1pPr indent="-330928" lvl="0" marL="457200" algn="l">
              <a:spcBef>
                <a:spcPts val="322"/>
              </a:spcBef>
              <a:spcAft>
                <a:spcPts val="0"/>
              </a:spcAft>
              <a:buClr>
                <a:schemeClr val="dk1"/>
              </a:buClr>
              <a:buSzPts val="1611"/>
              <a:buChar char="•"/>
              <a:defRPr sz="13790"/>
            </a:lvl1pPr>
            <a:lvl2pPr indent="-330928" lvl="1" marL="914400" algn="l">
              <a:spcBef>
                <a:spcPts val="322"/>
              </a:spcBef>
              <a:spcAft>
                <a:spcPts val="0"/>
              </a:spcAft>
              <a:buClr>
                <a:schemeClr val="dk1"/>
              </a:buClr>
              <a:buSzPts val="1611"/>
              <a:buChar char="–"/>
              <a:defRPr sz="12000"/>
            </a:lvl2pPr>
            <a:lvl3pPr indent="-330928" lvl="2" marL="1371600" algn="l">
              <a:spcBef>
                <a:spcPts val="322"/>
              </a:spcBef>
              <a:spcAft>
                <a:spcPts val="0"/>
              </a:spcAft>
              <a:buClr>
                <a:schemeClr val="dk1"/>
              </a:buClr>
              <a:buSzPts val="1611"/>
              <a:buChar char="•"/>
              <a:defRPr sz="10296"/>
            </a:lvl3pPr>
            <a:lvl4pPr indent="-330928" lvl="3" marL="1828800" algn="l">
              <a:spcBef>
                <a:spcPts val="322"/>
              </a:spcBef>
              <a:spcAft>
                <a:spcPts val="0"/>
              </a:spcAft>
              <a:buClr>
                <a:schemeClr val="dk1"/>
              </a:buClr>
              <a:buSzPts val="1611"/>
              <a:buChar char="–"/>
              <a:defRPr sz="8594"/>
            </a:lvl4pPr>
            <a:lvl5pPr indent="-330928" lvl="4" marL="2286000" algn="l">
              <a:spcBef>
                <a:spcPts val="322"/>
              </a:spcBef>
              <a:spcAft>
                <a:spcPts val="0"/>
              </a:spcAft>
              <a:buClr>
                <a:schemeClr val="dk1"/>
              </a:buClr>
              <a:buSzPts val="1611"/>
              <a:buChar char="»"/>
              <a:defRPr sz="8594"/>
            </a:lvl5pPr>
            <a:lvl6pPr indent="-330928" lvl="5" marL="2743200" algn="l">
              <a:spcBef>
                <a:spcPts val="322"/>
              </a:spcBef>
              <a:spcAft>
                <a:spcPts val="0"/>
              </a:spcAft>
              <a:buClr>
                <a:schemeClr val="dk1"/>
              </a:buClr>
              <a:buSzPts val="1611"/>
              <a:buChar char="•"/>
              <a:defRPr sz="8594"/>
            </a:lvl6pPr>
            <a:lvl7pPr indent="-330928" lvl="6" marL="3200400" algn="l">
              <a:spcBef>
                <a:spcPts val="322"/>
              </a:spcBef>
              <a:spcAft>
                <a:spcPts val="0"/>
              </a:spcAft>
              <a:buClr>
                <a:schemeClr val="dk1"/>
              </a:buClr>
              <a:buSzPts val="1611"/>
              <a:buChar char="•"/>
              <a:defRPr sz="8594"/>
            </a:lvl7pPr>
            <a:lvl8pPr indent="-330928" lvl="7" marL="3657600" algn="l">
              <a:spcBef>
                <a:spcPts val="322"/>
              </a:spcBef>
              <a:spcAft>
                <a:spcPts val="0"/>
              </a:spcAft>
              <a:buClr>
                <a:schemeClr val="dk1"/>
              </a:buClr>
              <a:buSzPts val="1611"/>
              <a:buChar char="•"/>
              <a:defRPr sz="8594"/>
            </a:lvl8pPr>
            <a:lvl9pPr indent="-330928" lvl="8" marL="4114800" algn="l">
              <a:spcBef>
                <a:spcPts val="322"/>
              </a:spcBef>
              <a:spcAft>
                <a:spcPts val="0"/>
              </a:spcAft>
              <a:buClr>
                <a:schemeClr val="dk1"/>
              </a:buClr>
              <a:buSzPts val="1611"/>
              <a:buChar char="•"/>
              <a:defRPr sz="8594"/>
            </a:lvl9pPr>
          </a:lstStyle>
          <a:p/>
        </p:txBody>
      </p:sp>
      <p:sp>
        <p:nvSpPr>
          <p:cNvPr id="71" name="Google Shape;71;p12"/>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72" name="Google Shape;72;p12"/>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73" name="Google Shape;73;p12"/>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17925210" y="11254727"/>
            <a:ext cx="28477500" cy="8641200"/>
          </a:xfrm>
          <a:prstGeom prst="rect">
            <a:avLst/>
          </a:prstGeom>
          <a:noFill/>
          <a:ln>
            <a:noFill/>
          </a:ln>
        </p:spPr>
        <p:txBody>
          <a:bodyPr anchorCtr="0" anchor="ctr" bIns="196450" lIns="392925" spcFirstLastPara="1" rIns="392925" wrap="square" tIns="196450">
            <a:normAutofit/>
          </a:bodyPr>
          <a:lstStyle>
            <a:lvl1pPr lvl="0" algn="ctr">
              <a:spcBef>
                <a:spcPts val="0"/>
              </a:spcBef>
              <a:spcAft>
                <a:spcPts val="0"/>
              </a:spcAft>
              <a:buClr>
                <a:schemeClr val="dk1"/>
              </a:buClr>
              <a:buSzPts val="1611"/>
              <a:buNone/>
              <a:defRPr sz="18890"/>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76" name="Google Shape;76;p13"/>
          <p:cNvSpPr txBox="1"/>
          <p:nvPr>
            <p:ph idx="1" type="body"/>
          </p:nvPr>
        </p:nvSpPr>
        <p:spPr>
          <a:xfrm rot="5400000">
            <a:off x="323100" y="2933777"/>
            <a:ext cx="28477500" cy="25283100"/>
          </a:xfrm>
          <a:prstGeom prst="rect">
            <a:avLst/>
          </a:prstGeom>
          <a:noFill/>
          <a:ln>
            <a:noFill/>
          </a:ln>
        </p:spPr>
        <p:txBody>
          <a:bodyPr anchorCtr="0" anchor="t" bIns="196450" lIns="392925" spcFirstLastPara="1" rIns="392925" wrap="square" tIns="196450">
            <a:normAutofit/>
          </a:bodyPr>
          <a:lstStyle>
            <a:lvl1pPr indent="-330928" lvl="0" marL="457200" algn="l">
              <a:spcBef>
                <a:spcPts val="322"/>
              </a:spcBef>
              <a:spcAft>
                <a:spcPts val="0"/>
              </a:spcAft>
              <a:buClr>
                <a:schemeClr val="dk1"/>
              </a:buClr>
              <a:buSzPts val="1611"/>
              <a:buChar char="•"/>
              <a:defRPr sz="13790"/>
            </a:lvl1pPr>
            <a:lvl2pPr indent="-330928" lvl="1" marL="914400" algn="l">
              <a:spcBef>
                <a:spcPts val="322"/>
              </a:spcBef>
              <a:spcAft>
                <a:spcPts val="0"/>
              </a:spcAft>
              <a:buClr>
                <a:schemeClr val="dk1"/>
              </a:buClr>
              <a:buSzPts val="1611"/>
              <a:buChar char="–"/>
              <a:defRPr sz="12000"/>
            </a:lvl2pPr>
            <a:lvl3pPr indent="-330928" lvl="2" marL="1371600" algn="l">
              <a:spcBef>
                <a:spcPts val="322"/>
              </a:spcBef>
              <a:spcAft>
                <a:spcPts val="0"/>
              </a:spcAft>
              <a:buClr>
                <a:schemeClr val="dk1"/>
              </a:buClr>
              <a:buSzPts val="1611"/>
              <a:buChar char="•"/>
              <a:defRPr sz="10296"/>
            </a:lvl3pPr>
            <a:lvl4pPr indent="-330928" lvl="3" marL="1828800" algn="l">
              <a:spcBef>
                <a:spcPts val="322"/>
              </a:spcBef>
              <a:spcAft>
                <a:spcPts val="0"/>
              </a:spcAft>
              <a:buClr>
                <a:schemeClr val="dk1"/>
              </a:buClr>
              <a:buSzPts val="1611"/>
              <a:buChar char="–"/>
              <a:defRPr sz="8594"/>
            </a:lvl4pPr>
            <a:lvl5pPr indent="-330928" lvl="4" marL="2286000" algn="l">
              <a:spcBef>
                <a:spcPts val="322"/>
              </a:spcBef>
              <a:spcAft>
                <a:spcPts val="0"/>
              </a:spcAft>
              <a:buClr>
                <a:schemeClr val="dk1"/>
              </a:buClr>
              <a:buSzPts val="1611"/>
              <a:buChar char="»"/>
              <a:defRPr sz="8594"/>
            </a:lvl5pPr>
            <a:lvl6pPr indent="-330928" lvl="5" marL="2743200" algn="l">
              <a:spcBef>
                <a:spcPts val="322"/>
              </a:spcBef>
              <a:spcAft>
                <a:spcPts val="0"/>
              </a:spcAft>
              <a:buClr>
                <a:schemeClr val="dk1"/>
              </a:buClr>
              <a:buSzPts val="1611"/>
              <a:buChar char="•"/>
              <a:defRPr sz="8594"/>
            </a:lvl6pPr>
            <a:lvl7pPr indent="-330928" lvl="6" marL="3200400" algn="l">
              <a:spcBef>
                <a:spcPts val="322"/>
              </a:spcBef>
              <a:spcAft>
                <a:spcPts val="0"/>
              </a:spcAft>
              <a:buClr>
                <a:schemeClr val="dk1"/>
              </a:buClr>
              <a:buSzPts val="1611"/>
              <a:buChar char="•"/>
              <a:defRPr sz="8594"/>
            </a:lvl7pPr>
            <a:lvl8pPr indent="-330928" lvl="7" marL="3657600" algn="l">
              <a:spcBef>
                <a:spcPts val="322"/>
              </a:spcBef>
              <a:spcAft>
                <a:spcPts val="0"/>
              </a:spcAft>
              <a:buClr>
                <a:schemeClr val="dk1"/>
              </a:buClr>
              <a:buSzPts val="1611"/>
              <a:buChar char="•"/>
              <a:defRPr sz="8594"/>
            </a:lvl8pPr>
            <a:lvl9pPr indent="-330928" lvl="8" marL="4114800" algn="l">
              <a:spcBef>
                <a:spcPts val="322"/>
              </a:spcBef>
              <a:spcAft>
                <a:spcPts val="0"/>
              </a:spcAft>
              <a:buClr>
                <a:schemeClr val="dk1"/>
              </a:buClr>
              <a:buSzPts val="1611"/>
              <a:buChar char="•"/>
              <a:defRPr sz="8594"/>
            </a:lvl9pPr>
          </a:lstStyle>
          <a:p/>
        </p:txBody>
      </p:sp>
      <p:sp>
        <p:nvSpPr>
          <p:cNvPr id="77" name="Google Shape;77;p13"/>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algn="l">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78" name="Google Shape;78;p13"/>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algn="ctr">
              <a:spcBef>
                <a:spcPts val="0"/>
              </a:spcBef>
              <a:spcAft>
                <a:spcPts val="0"/>
              </a:spcAft>
              <a:buSzPts val="1253"/>
              <a:buNone/>
              <a:defRPr sz="5192"/>
            </a:lvl1pPr>
            <a:lvl2pPr lvl="1" algn="l">
              <a:spcBef>
                <a:spcPts val="0"/>
              </a:spcBef>
              <a:spcAft>
                <a:spcPts val="0"/>
              </a:spcAft>
              <a:buSzPts val="1253"/>
              <a:buNone/>
              <a:defRPr sz="7699"/>
            </a:lvl2pPr>
            <a:lvl3pPr lvl="2" algn="l">
              <a:spcBef>
                <a:spcPts val="0"/>
              </a:spcBef>
              <a:spcAft>
                <a:spcPts val="0"/>
              </a:spcAft>
              <a:buSzPts val="1253"/>
              <a:buNone/>
              <a:defRPr sz="7699"/>
            </a:lvl3pPr>
            <a:lvl4pPr lvl="3" algn="l">
              <a:spcBef>
                <a:spcPts val="0"/>
              </a:spcBef>
              <a:spcAft>
                <a:spcPts val="0"/>
              </a:spcAft>
              <a:buSzPts val="1253"/>
              <a:buNone/>
              <a:defRPr sz="7699"/>
            </a:lvl4pPr>
            <a:lvl5pPr lvl="4" algn="l">
              <a:spcBef>
                <a:spcPts val="0"/>
              </a:spcBef>
              <a:spcAft>
                <a:spcPts val="0"/>
              </a:spcAft>
              <a:buSzPts val="1253"/>
              <a:buNone/>
              <a:defRPr sz="7699"/>
            </a:lvl5pPr>
            <a:lvl6pPr lvl="5" algn="l">
              <a:spcBef>
                <a:spcPts val="0"/>
              </a:spcBef>
              <a:spcAft>
                <a:spcPts val="0"/>
              </a:spcAft>
              <a:buSzPts val="1253"/>
              <a:buNone/>
              <a:defRPr sz="7699"/>
            </a:lvl6pPr>
            <a:lvl7pPr lvl="6" algn="l">
              <a:spcBef>
                <a:spcPts val="0"/>
              </a:spcBef>
              <a:spcAft>
                <a:spcPts val="0"/>
              </a:spcAft>
              <a:buSzPts val="1253"/>
              <a:buNone/>
              <a:defRPr sz="7699"/>
            </a:lvl7pPr>
            <a:lvl8pPr lvl="7" algn="l">
              <a:spcBef>
                <a:spcPts val="0"/>
              </a:spcBef>
              <a:spcAft>
                <a:spcPts val="0"/>
              </a:spcAft>
              <a:buSzPts val="1253"/>
              <a:buNone/>
              <a:defRPr sz="7699"/>
            </a:lvl8pPr>
            <a:lvl9pPr lvl="8" algn="l">
              <a:spcBef>
                <a:spcPts val="0"/>
              </a:spcBef>
              <a:spcAft>
                <a:spcPts val="0"/>
              </a:spcAft>
              <a:buSzPts val="1253"/>
              <a:buNone/>
              <a:defRPr sz="7699"/>
            </a:lvl9pPr>
          </a:lstStyle>
          <a:p/>
        </p:txBody>
      </p:sp>
      <p:sp>
        <p:nvSpPr>
          <p:cNvPr id="79" name="Google Shape;79;p13"/>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algn="r">
              <a:spcBef>
                <a:spcPts val="0"/>
              </a:spcBef>
              <a:buNone/>
              <a:defRPr sz="5192"/>
            </a:lvl1pPr>
            <a:lvl2pPr indent="0" lvl="1" marL="0" algn="r">
              <a:spcBef>
                <a:spcPts val="0"/>
              </a:spcBef>
              <a:buNone/>
              <a:defRPr sz="5192"/>
            </a:lvl2pPr>
            <a:lvl3pPr indent="0" lvl="2" marL="0" algn="r">
              <a:spcBef>
                <a:spcPts val="0"/>
              </a:spcBef>
              <a:buNone/>
              <a:defRPr sz="5192"/>
            </a:lvl3pPr>
            <a:lvl4pPr indent="0" lvl="3" marL="0" algn="r">
              <a:spcBef>
                <a:spcPts val="0"/>
              </a:spcBef>
              <a:buNone/>
              <a:defRPr sz="5192"/>
            </a:lvl4pPr>
            <a:lvl5pPr indent="0" lvl="4" marL="0" algn="r">
              <a:spcBef>
                <a:spcPts val="0"/>
              </a:spcBef>
              <a:buNone/>
              <a:defRPr sz="5192"/>
            </a:lvl5pPr>
            <a:lvl6pPr indent="0" lvl="5" marL="0" algn="r">
              <a:spcBef>
                <a:spcPts val="0"/>
              </a:spcBef>
              <a:buNone/>
              <a:defRPr sz="5192"/>
            </a:lvl6pPr>
            <a:lvl7pPr indent="0" lvl="6" marL="0" algn="r">
              <a:spcBef>
                <a:spcPts val="0"/>
              </a:spcBef>
              <a:buNone/>
              <a:defRPr sz="5192"/>
            </a:lvl7pPr>
            <a:lvl8pPr indent="0" lvl="7" marL="0" algn="r">
              <a:spcBef>
                <a:spcPts val="0"/>
              </a:spcBef>
              <a:buNone/>
              <a:defRPr sz="5192"/>
            </a:lvl8pPr>
            <a:lvl9pPr indent="0" lvl="8" marL="0" algn="r">
              <a:spcBef>
                <a:spcPts val="0"/>
              </a:spcBef>
              <a:buNone/>
              <a:defRPr sz="5192"/>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920240" y="1336571"/>
            <a:ext cx="34564200" cy="5562600"/>
          </a:xfrm>
          <a:prstGeom prst="rect">
            <a:avLst/>
          </a:prstGeom>
          <a:noFill/>
          <a:ln>
            <a:noFill/>
          </a:ln>
        </p:spPr>
        <p:txBody>
          <a:bodyPr anchorCtr="0" anchor="ctr" bIns="196450" lIns="392925" spcFirstLastPara="1" rIns="392925" wrap="square" tIns="196450">
            <a:normAutofit/>
          </a:bodyPr>
          <a:lstStyle>
            <a:lvl1pPr lvl="0" marR="0" rtl="0" algn="ctr">
              <a:spcBef>
                <a:spcPts val="0"/>
              </a:spcBef>
              <a:spcAft>
                <a:spcPts val="0"/>
              </a:spcAft>
              <a:buClr>
                <a:schemeClr val="dk1"/>
              </a:buClr>
              <a:buSzPts val="18891"/>
              <a:buFont typeface="Calibri"/>
              <a:buNone/>
              <a:defRPr b="0" i="0" sz="18890" u="none" cap="none" strike="noStrike">
                <a:solidFill>
                  <a:schemeClr val="dk1"/>
                </a:solidFill>
                <a:latin typeface="Calibri"/>
                <a:ea typeface="Calibri"/>
                <a:cs typeface="Calibri"/>
                <a:sym typeface="Calibri"/>
              </a:defRPr>
            </a:lvl1pPr>
            <a:lvl2pPr lvl="1">
              <a:spcBef>
                <a:spcPts val="0"/>
              </a:spcBef>
              <a:spcAft>
                <a:spcPts val="0"/>
              </a:spcAft>
              <a:buSzPts val="1253"/>
              <a:buNone/>
              <a:defRPr sz="1611"/>
            </a:lvl2pPr>
            <a:lvl3pPr lvl="2">
              <a:spcBef>
                <a:spcPts val="0"/>
              </a:spcBef>
              <a:spcAft>
                <a:spcPts val="0"/>
              </a:spcAft>
              <a:buSzPts val="1253"/>
              <a:buNone/>
              <a:defRPr sz="1611"/>
            </a:lvl3pPr>
            <a:lvl4pPr lvl="3">
              <a:spcBef>
                <a:spcPts val="0"/>
              </a:spcBef>
              <a:spcAft>
                <a:spcPts val="0"/>
              </a:spcAft>
              <a:buSzPts val="1253"/>
              <a:buNone/>
              <a:defRPr sz="1611"/>
            </a:lvl4pPr>
            <a:lvl5pPr lvl="4">
              <a:spcBef>
                <a:spcPts val="0"/>
              </a:spcBef>
              <a:spcAft>
                <a:spcPts val="0"/>
              </a:spcAft>
              <a:buSzPts val="1253"/>
              <a:buNone/>
              <a:defRPr sz="1611"/>
            </a:lvl5pPr>
            <a:lvl6pPr lvl="5">
              <a:spcBef>
                <a:spcPts val="0"/>
              </a:spcBef>
              <a:spcAft>
                <a:spcPts val="0"/>
              </a:spcAft>
              <a:buSzPts val="1253"/>
              <a:buNone/>
              <a:defRPr sz="1611"/>
            </a:lvl6pPr>
            <a:lvl7pPr lvl="6">
              <a:spcBef>
                <a:spcPts val="0"/>
              </a:spcBef>
              <a:spcAft>
                <a:spcPts val="0"/>
              </a:spcAft>
              <a:buSzPts val="1253"/>
              <a:buNone/>
              <a:defRPr sz="1611"/>
            </a:lvl7pPr>
            <a:lvl8pPr lvl="7">
              <a:spcBef>
                <a:spcPts val="0"/>
              </a:spcBef>
              <a:spcAft>
                <a:spcPts val="0"/>
              </a:spcAft>
              <a:buSzPts val="1253"/>
              <a:buNone/>
              <a:defRPr sz="1611"/>
            </a:lvl8pPr>
            <a:lvl9pPr lvl="8">
              <a:spcBef>
                <a:spcPts val="0"/>
              </a:spcBef>
              <a:spcAft>
                <a:spcPts val="0"/>
              </a:spcAft>
              <a:buSzPts val="1253"/>
              <a:buNone/>
              <a:defRPr sz="1611"/>
            </a:lvl9pPr>
          </a:lstStyle>
          <a:p/>
        </p:txBody>
      </p:sp>
      <p:sp>
        <p:nvSpPr>
          <p:cNvPr id="7" name="Google Shape;7;p2"/>
          <p:cNvSpPr txBox="1"/>
          <p:nvPr>
            <p:ph idx="1" type="body"/>
          </p:nvPr>
        </p:nvSpPr>
        <p:spPr>
          <a:xfrm>
            <a:off x="1920240" y="7787643"/>
            <a:ext cx="34564200" cy="22026300"/>
          </a:xfrm>
          <a:prstGeom prst="rect">
            <a:avLst/>
          </a:prstGeom>
          <a:noFill/>
          <a:ln>
            <a:noFill/>
          </a:ln>
        </p:spPr>
        <p:txBody>
          <a:bodyPr anchorCtr="0" anchor="t" bIns="196450" lIns="392925" spcFirstLastPara="1" rIns="392925" wrap="square" tIns="196450">
            <a:normAutofit/>
          </a:bodyPr>
          <a:lstStyle>
            <a:lvl1pPr indent="-1104305" lvl="0" marL="457200" marR="0" rtl="0" algn="l">
              <a:spcBef>
                <a:spcPts val="2758"/>
              </a:spcBef>
              <a:spcAft>
                <a:spcPts val="0"/>
              </a:spcAft>
              <a:buClr>
                <a:schemeClr val="dk1"/>
              </a:buClr>
              <a:buSzPts val="13791"/>
              <a:buFont typeface="Arial"/>
              <a:buChar char="•"/>
              <a:defRPr b="0" i="0" sz="13790" u="none" cap="none" strike="noStrike">
                <a:solidFill>
                  <a:schemeClr val="dk1"/>
                </a:solidFill>
                <a:latin typeface="Calibri"/>
                <a:ea typeface="Calibri"/>
                <a:cs typeface="Calibri"/>
                <a:sym typeface="Calibri"/>
              </a:defRPr>
            </a:lvl1pPr>
            <a:lvl2pPr indent="-990607" lvl="1" marL="914400" marR="0" rtl="0" algn="l">
              <a:spcBef>
                <a:spcPts val="2400"/>
              </a:spcBef>
              <a:spcAft>
                <a:spcPts val="0"/>
              </a:spcAft>
              <a:buClr>
                <a:schemeClr val="dk1"/>
              </a:buClr>
              <a:buSzPts val="12000"/>
              <a:buFont typeface="Arial"/>
              <a:buChar char="–"/>
              <a:defRPr b="0" i="0" sz="12000" u="none" cap="none" strike="noStrike">
                <a:solidFill>
                  <a:schemeClr val="dk1"/>
                </a:solidFill>
                <a:latin typeface="Calibri"/>
                <a:ea typeface="Calibri"/>
                <a:cs typeface="Calibri"/>
                <a:sym typeface="Calibri"/>
              </a:defRPr>
            </a:lvl2pPr>
            <a:lvl3pPr indent="-882423" lvl="2" marL="1371600" marR="0" rtl="0" algn="l">
              <a:spcBef>
                <a:spcPts val="2059"/>
              </a:spcBef>
              <a:spcAft>
                <a:spcPts val="0"/>
              </a:spcAft>
              <a:buClr>
                <a:schemeClr val="dk1"/>
              </a:buClr>
              <a:buSzPts val="10296"/>
              <a:buFont typeface="Arial"/>
              <a:buChar char="•"/>
              <a:defRPr b="0" i="0" sz="10296" u="none" cap="none" strike="noStrike">
                <a:solidFill>
                  <a:schemeClr val="dk1"/>
                </a:solidFill>
                <a:latin typeface="Calibri"/>
                <a:ea typeface="Calibri"/>
                <a:cs typeface="Calibri"/>
                <a:sym typeface="Calibri"/>
              </a:defRPr>
            </a:lvl3pPr>
            <a:lvl4pPr indent="-774352" lvl="3" marL="1828800" marR="0" rtl="0" algn="l">
              <a:spcBef>
                <a:spcPts val="1719"/>
              </a:spcBef>
              <a:spcAft>
                <a:spcPts val="0"/>
              </a:spcAft>
              <a:buClr>
                <a:schemeClr val="dk1"/>
              </a:buClr>
              <a:buSzPts val="8595"/>
              <a:buFont typeface="Arial"/>
              <a:buChar char="–"/>
              <a:defRPr b="0" i="0" sz="8594" u="none" cap="none" strike="noStrike">
                <a:solidFill>
                  <a:schemeClr val="dk1"/>
                </a:solidFill>
                <a:latin typeface="Calibri"/>
                <a:ea typeface="Calibri"/>
                <a:cs typeface="Calibri"/>
                <a:sym typeface="Calibri"/>
              </a:defRPr>
            </a:lvl4pPr>
            <a:lvl5pPr indent="-774352" lvl="4" marL="2286000" marR="0" rtl="0" algn="l">
              <a:spcBef>
                <a:spcPts val="1719"/>
              </a:spcBef>
              <a:spcAft>
                <a:spcPts val="0"/>
              </a:spcAft>
              <a:buClr>
                <a:schemeClr val="dk1"/>
              </a:buClr>
              <a:buSzPts val="8595"/>
              <a:buFont typeface="Arial"/>
              <a:buChar char="»"/>
              <a:defRPr b="0" i="0" sz="8594" u="none" cap="none" strike="noStrike">
                <a:solidFill>
                  <a:schemeClr val="dk1"/>
                </a:solidFill>
                <a:latin typeface="Calibri"/>
                <a:ea typeface="Calibri"/>
                <a:cs typeface="Calibri"/>
                <a:sym typeface="Calibri"/>
              </a:defRPr>
            </a:lvl5pPr>
            <a:lvl6pPr indent="-774352" lvl="5" marL="2743200" marR="0" rtl="0" algn="l">
              <a:spcBef>
                <a:spcPts val="1719"/>
              </a:spcBef>
              <a:spcAft>
                <a:spcPts val="0"/>
              </a:spcAft>
              <a:buClr>
                <a:schemeClr val="dk1"/>
              </a:buClr>
              <a:buSzPts val="8595"/>
              <a:buFont typeface="Arial"/>
              <a:buChar char="•"/>
              <a:defRPr b="0" i="0" sz="8594" u="none" cap="none" strike="noStrike">
                <a:solidFill>
                  <a:schemeClr val="dk1"/>
                </a:solidFill>
                <a:latin typeface="Calibri"/>
                <a:ea typeface="Calibri"/>
                <a:cs typeface="Calibri"/>
                <a:sym typeface="Calibri"/>
              </a:defRPr>
            </a:lvl6pPr>
            <a:lvl7pPr indent="-774352" lvl="6" marL="3200400" marR="0" rtl="0" algn="l">
              <a:spcBef>
                <a:spcPts val="1719"/>
              </a:spcBef>
              <a:spcAft>
                <a:spcPts val="0"/>
              </a:spcAft>
              <a:buClr>
                <a:schemeClr val="dk1"/>
              </a:buClr>
              <a:buSzPts val="8595"/>
              <a:buFont typeface="Arial"/>
              <a:buChar char="•"/>
              <a:defRPr b="0" i="0" sz="8594" u="none" cap="none" strike="noStrike">
                <a:solidFill>
                  <a:schemeClr val="dk1"/>
                </a:solidFill>
                <a:latin typeface="Calibri"/>
                <a:ea typeface="Calibri"/>
                <a:cs typeface="Calibri"/>
                <a:sym typeface="Calibri"/>
              </a:defRPr>
            </a:lvl7pPr>
            <a:lvl8pPr indent="-774352" lvl="7" marL="3657600" marR="0" rtl="0" algn="l">
              <a:spcBef>
                <a:spcPts val="1719"/>
              </a:spcBef>
              <a:spcAft>
                <a:spcPts val="0"/>
              </a:spcAft>
              <a:buClr>
                <a:schemeClr val="dk1"/>
              </a:buClr>
              <a:buSzPts val="8595"/>
              <a:buFont typeface="Arial"/>
              <a:buChar char="•"/>
              <a:defRPr b="0" i="0" sz="8594" u="none" cap="none" strike="noStrike">
                <a:solidFill>
                  <a:schemeClr val="dk1"/>
                </a:solidFill>
                <a:latin typeface="Calibri"/>
                <a:ea typeface="Calibri"/>
                <a:cs typeface="Calibri"/>
                <a:sym typeface="Calibri"/>
              </a:defRPr>
            </a:lvl8pPr>
            <a:lvl9pPr indent="-774352" lvl="8" marL="4114800" marR="0" rtl="0" algn="l">
              <a:spcBef>
                <a:spcPts val="1719"/>
              </a:spcBef>
              <a:spcAft>
                <a:spcPts val="0"/>
              </a:spcAft>
              <a:buClr>
                <a:schemeClr val="dk1"/>
              </a:buClr>
              <a:buSzPts val="8595"/>
              <a:buFont typeface="Arial"/>
              <a:buChar char="•"/>
              <a:defRPr b="0" i="0" sz="8594"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1920240" y="30934242"/>
            <a:ext cx="8961000" cy="1777200"/>
          </a:xfrm>
          <a:prstGeom prst="rect">
            <a:avLst/>
          </a:prstGeom>
          <a:noFill/>
          <a:ln>
            <a:noFill/>
          </a:ln>
        </p:spPr>
        <p:txBody>
          <a:bodyPr anchorCtr="0" anchor="ctr" bIns="196450" lIns="392925" spcFirstLastPara="1" rIns="392925" wrap="square" tIns="196450">
            <a:noAutofit/>
          </a:bodyPr>
          <a:lstStyle>
            <a:lvl1pPr lvl="0" marR="0" rtl="0" algn="l">
              <a:spcBef>
                <a:spcPts val="0"/>
              </a:spcBef>
              <a:spcAft>
                <a:spcPts val="0"/>
              </a:spcAft>
              <a:buSzPts val="1253"/>
              <a:buNone/>
              <a:defRPr b="0" i="0" sz="5192" u="none" cap="none" strike="noStrike">
                <a:solidFill>
                  <a:srgbClr val="888888"/>
                </a:solidFill>
                <a:latin typeface="Calibri"/>
                <a:ea typeface="Calibri"/>
                <a:cs typeface="Calibri"/>
                <a:sym typeface="Calibri"/>
              </a:defRPr>
            </a:lvl1pPr>
            <a:lvl2pPr lvl="1"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2pPr>
            <a:lvl3pPr lvl="2"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3pPr>
            <a:lvl4pPr lvl="3"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4pPr>
            <a:lvl5pPr lvl="4"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5pPr>
            <a:lvl6pPr lvl="5"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6pPr>
            <a:lvl7pPr lvl="6"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7pPr>
            <a:lvl8pPr lvl="7"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8pPr>
            <a:lvl9pPr lvl="8"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3121640" y="30934242"/>
            <a:ext cx="12161400" cy="1777200"/>
          </a:xfrm>
          <a:prstGeom prst="rect">
            <a:avLst/>
          </a:prstGeom>
          <a:noFill/>
          <a:ln>
            <a:noFill/>
          </a:ln>
        </p:spPr>
        <p:txBody>
          <a:bodyPr anchorCtr="0" anchor="ctr" bIns="196450" lIns="392925" spcFirstLastPara="1" rIns="392925" wrap="square" tIns="196450">
            <a:noAutofit/>
          </a:bodyPr>
          <a:lstStyle>
            <a:lvl1pPr lvl="0" marR="0" rtl="0" algn="ctr">
              <a:spcBef>
                <a:spcPts val="0"/>
              </a:spcBef>
              <a:spcAft>
                <a:spcPts val="0"/>
              </a:spcAft>
              <a:buSzPts val="1253"/>
              <a:buNone/>
              <a:defRPr b="0" i="0" sz="5192" u="none" cap="none" strike="noStrike">
                <a:solidFill>
                  <a:srgbClr val="888888"/>
                </a:solidFill>
                <a:latin typeface="Calibri"/>
                <a:ea typeface="Calibri"/>
                <a:cs typeface="Calibri"/>
                <a:sym typeface="Calibri"/>
              </a:defRPr>
            </a:lvl1pPr>
            <a:lvl2pPr lvl="1"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2pPr>
            <a:lvl3pPr lvl="2"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3pPr>
            <a:lvl4pPr lvl="3"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4pPr>
            <a:lvl5pPr lvl="4"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5pPr>
            <a:lvl6pPr lvl="5"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6pPr>
            <a:lvl7pPr lvl="6"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7pPr>
            <a:lvl8pPr lvl="7"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8pPr>
            <a:lvl9pPr lvl="8" marR="0" rtl="0" algn="l">
              <a:spcBef>
                <a:spcPts val="0"/>
              </a:spcBef>
              <a:spcAft>
                <a:spcPts val="0"/>
              </a:spcAft>
              <a:buSzPts val="1253"/>
              <a:buNone/>
              <a:defRPr b="0" i="0" sz="7699"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27523440" y="30934242"/>
            <a:ext cx="8961000" cy="1777200"/>
          </a:xfrm>
          <a:prstGeom prst="rect">
            <a:avLst/>
          </a:prstGeom>
          <a:noFill/>
          <a:ln>
            <a:noFill/>
          </a:ln>
        </p:spPr>
        <p:txBody>
          <a:bodyPr anchorCtr="0" anchor="ctr" bIns="196450" lIns="392925" spcFirstLastPara="1" rIns="392925" wrap="square" tIns="196450">
            <a:noAutofit/>
          </a:bodyPr>
          <a:lstStyle>
            <a:lvl1pPr indent="0" lvl="0" marL="0" marR="0" rtl="0" algn="r">
              <a:spcBef>
                <a:spcPts val="0"/>
              </a:spcBef>
              <a:buNone/>
              <a:defRPr b="0" i="0" sz="5192" u="none" cap="none" strike="noStrike">
                <a:solidFill>
                  <a:srgbClr val="888888"/>
                </a:solidFill>
                <a:latin typeface="Calibri"/>
                <a:ea typeface="Calibri"/>
                <a:cs typeface="Calibri"/>
                <a:sym typeface="Calibri"/>
              </a:defRPr>
            </a:lvl1pPr>
            <a:lvl2pPr indent="0" lvl="1" marL="0" marR="0" rtl="0" algn="r">
              <a:spcBef>
                <a:spcPts val="0"/>
              </a:spcBef>
              <a:buNone/>
              <a:defRPr b="0" i="0" sz="5192" u="none" cap="none" strike="noStrike">
                <a:solidFill>
                  <a:srgbClr val="888888"/>
                </a:solidFill>
                <a:latin typeface="Calibri"/>
                <a:ea typeface="Calibri"/>
                <a:cs typeface="Calibri"/>
                <a:sym typeface="Calibri"/>
              </a:defRPr>
            </a:lvl2pPr>
            <a:lvl3pPr indent="0" lvl="2" marL="0" marR="0" rtl="0" algn="r">
              <a:spcBef>
                <a:spcPts val="0"/>
              </a:spcBef>
              <a:buNone/>
              <a:defRPr b="0" i="0" sz="5192" u="none" cap="none" strike="noStrike">
                <a:solidFill>
                  <a:srgbClr val="888888"/>
                </a:solidFill>
                <a:latin typeface="Calibri"/>
                <a:ea typeface="Calibri"/>
                <a:cs typeface="Calibri"/>
                <a:sym typeface="Calibri"/>
              </a:defRPr>
            </a:lvl3pPr>
            <a:lvl4pPr indent="0" lvl="3" marL="0" marR="0" rtl="0" algn="r">
              <a:spcBef>
                <a:spcPts val="0"/>
              </a:spcBef>
              <a:buNone/>
              <a:defRPr b="0" i="0" sz="5192" u="none" cap="none" strike="noStrike">
                <a:solidFill>
                  <a:srgbClr val="888888"/>
                </a:solidFill>
                <a:latin typeface="Calibri"/>
                <a:ea typeface="Calibri"/>
                <a:cs typeface="Calibri"/>
                <a:sym typeface="Calibri"/>
              </a:defRPr>
            </a:lvl4pPr>
            <a:lvl5pPr indent="0" lvl="4" marL="0" marR="0" rtl="0" algn="r">
              <a:spcBef>
                <a:spcPts val="0"/>
              </a:spcBef>
              <a:buNone/>
              <a:defRPr b="0" i="0" sz="5192" u="none" cap="none" strike="noStrike">
                <a:solidFill>
                  <a:srgbClr val="888888"/>
                </a:solidFill>
                <a:latin typeface="Calibri"/>
                <a:ea typeface="Calibri"/>
                <a:cs typeface="Calibri"/>
                <a:sym typeface="Calibri"/>
              </a:defRPr>
            </a:lvl5pPr>
            <a:lvl6pPr indent="0" lvl="5" marL="0" marR="0" rtl="0" algn="r">
              <a:spcBef>
                <a:spcPts val="0"/>
              </a:spcBef>
              <a:buNone/>
              <a:defRPr b="0" i="0" sz="5192" u="none" cap="none" strike="noStrike">
                <a:solidFill>
                  <a:srgbClr val="888888"/>
                </a:solidFill>
                <a:latin typeface="Calibri"/>
                <a:ea typeface="Calibri"/>
                <a:cs typeface="Calibri"/>
                <a:sym typeface="Calibri"/>
              </a:defRPr>
            </a:lvl6pPr>
            <a:lvl7pPr indent="0" lvl="6" marL="0" marR="0" rtl="0" algn="r">
              <a:spcBef>
                <a:spcPts val="0"/>
              </a:spcBef>
              <a:buNone/>
              <a:defRPr b="0" i="0" sz="5192" u="none" cap="none" strike="noStrike">
                <a:solidFill>
                  <a:srgbClr val="888888"/>
                </a:solidFill>
                <a:latin typeface="Calibri"/>
                <a:ea typeface="Calibri"/>
                <a:cs typeface="Calibri"/>
                <a:sym typeface="Calibri"/>
              </a:defRPr>
            </a:lvl7pPr>
            <a:lvl8pPr indent="0" lvl="7" marL="0" marR="0" rtl="0" algn="r">
              <a:spcBef>
                <a:spcPts val="0"/>
              </a:spcBef>
              <a:buNone/>
              <a:defRPr b="0" i="0" sz="5192" u="none" cap="none" strike="noStrike">
                <a:solidFill>
                  <a:srgbClr val="888888"/>
                </a:solidFill>
                <a:latin typeface="Calibri"/>
                <a:ea typeface="Calibri"/>
                <a:cs typeface="Calibri"/>
                <a:sym typeface="Calibri"/>
              </a:defRPr>
            </a:lvl8pPr>
            <a:lvl9pPr indent="0" lvl="8" marL="0" marR="0" rtl="0" algn="r">
              <a:spcBef>
                <a:spcPts val="0"/>
              </a:spcBef>
              <a:buNone/>
              <a:defRPr b="0" i="0" sz="51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3.png"/><Relationship Id="rId13" Type="http://schemas.openxmlformats.org/officeDocument/2006/relationships/image" Target="../media/image14.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6.png"/><Relationship Id="rId9" Type="http://schemas.openxmlformats.org/officeDocument/2006/relationships/image" Target="../media/image8.png"/><Relationship Id="rId15" Type="http://schemas.openxmlformats.org/officeDocument/2006/relationships/image" Target="../media/image5.png"/><Relationship Id="rId14" Type="http://schemas.openxmlformats.org/officeDocument/2006/relationships/image" Target="../media/image7.png"/><Relationship Id="rId17" Type="http://schemas.openxmlformats.org/officeDocument/2006/relationships/image" Target="../media/image6.png"/><Relationship Id="rId16" Type="http://schemas.openxmlformats.org/officeDocument/2006/relationships/image" Target="../media/image12.png"/><Relationship Id="rId5" Type="http://schemas.openxmlformats.org/officeDocument/2006/relationships/image" Target="../media/image10.jpg"/><Relationship Id="rId6" Type="http://schemas.openxmlformats.org/officeDocument/2006/relationships/image" Target="../media/image13.png"/><Relationship Id="rId18" Type="http://schemas.openxmlformats.org/officeDocument/2006/relationships/image" Target="../media/image15.png"/><Relationship Id="rId7" Type="http://schemas.openxmlformats.org/officeDocument/2006/relationships/image" Target="../media/image1.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de938f8a0_3_219"/>
          <p:cNvSpPr/>
          <p:nvPr/>
        </p:nvSpPr>
        <p:spPr>
          <a:xfrm>
            <a:off x="0" y="4633903"/>
            <a:ext cx="38404800" cy="28741800"/>
          </a:xfrm>
          <a:prstGeom prst="rect">
            <a:avLst/>
          </a:prstGeom>
          <a:noFill/>
          <a:ln cap="flat" cmpd="sng" w="22725">
            <a:solidFill>
              <a:srgbClr val="C41E3A"/>
            </a:solidFill>
            <a:prstDash val="solid"/>
            <a:round/>
            <a:headEnd len="sm" w="sm" type="none"/>
            <a:tailEnd len="sm" w="sm" type="none"/>
          </a:ln>
        </p:spPr>
        <p:txBody>
          <a:bodyPr anchorCtr="0" anchor="ctr" bIns="40925" lIns="81850" spcFirstLastPara="1" rIns="81850" wrap="square" tIns="40925">
            <a:noAutofit/>
          </a:bodyPr>
          <a:lstStyle/>
          <a:p>
            <a:pPr indent="0" lvl="0" marL="0" marR="0" rtl="0" algn="ctr">
              <a:spcBef>
                <a:spcPts val="0"/>
              </a:spcBef>
              <a:spcAft>
                <a:spcPts val="0"/>
              </a:spcAft>
              <a:buNone/>
            </a:pPr>
            <a:r>
              <a:t/>
            </a:r>
            <a:endParaRPr b="0" i="0" sz="6736" u="none" cap="none" strike="noStrike">
              <a:solidFill>
                <a:schemeClr val="lt1"/>
              </a:solidFill>
              <a:latin typeface="Calibri"/>
              <a:ea typeface="Calibri"/>
              <a:cs typeface="Calibri"/>
              <a:sym typeface="Calibri"/>
            </a:endParaRPr>
          </a:p>
        </p:txBody>
      </p:sp>
      <p:sp>
        <p:nvSpPr>
          <p:cNvPr id="85" name="Google Shape;85;g39de938f8a0_3_219"/>
          <p:cNvSpPr/>
          <p:nvPr/>
        </p:nvSpPr>
        <p:spPr>
          <a:xfrm>
            <a:off x="0" y="0"/>
            <a:ext cx="38404800" cy="4633800"/>
          </a:xfrm>
          <a:prstGeom prst="rect">
            <a:avLst/>
          </a:prstGeom>
          <a:solidFill>
            <a:srgbClr val="C41E3A"/>
          </a:solidFill>
          <a:ln cap="flat" cmpd="sng" w="22725">
            <a:solidFill>
              <a:schemeClr val="dk1"/>
            </a:solidFill>
            <a:prstDash val="solid"/>
            <a:round/>
            <a:headEnd len="sm" w="sm" type="none"/>
            <a:tailEnd len="sm" w="sm" type="none"/>
          </a:ln>
        </p:spPr>
        <p:txBody>
          <a:bodyPr anchorCtr="0" anchor="ctr" bIns="409325" lIns="409325" spcFirstLastPara="1" rIns="409325" wrap="square" tIns="409325">
            <a:noAutofit/>
          </a:bodyPr>
          <a:lstStyle/>
          <a:p>
            <a:pPr indent="0" lvl="0" marL="0" marR="0" rtl="0" algn="ctr">
              <a:spcBef>
                <a:spcPts val="0"/>
              </a:spcBef>
              <a:spcAft>
                <a:spcPts val="0"/>
              </a:spcAft>
              <a:buNone/>
            </a:pPr>
            <a:r>
              <a:t/>
            </a:r>
            <a:endParaRPr sz="6736">
              <a:solidFill>
                <a:schemeClr val="lt1"/>
              </a:solidFill>
              <a:latin typeface="Calibri"/>
              <a:ea typeface="Calibri"/>
              <a:cs typeface="Calibri"/>
              <a:sym typeface="Calibri"/>
            </a:endParaRPr>
          </a:p>
        </p:txBody>
      </p:sp>
      <p:sp>
        <p:nvSpPr>
          <p:cNvPr id="86" name="Google Shape;86;g39de938f8a0_3_219"/>
          <p:cNvSpPr txBox="1"/>
          <p:nvPr>
            <p:ph type="title"/>
          </p:nvPr>
        </p:nvSpPr>
        <p:spPr>
          <a:xfrm>
            <a:off x="4867275" y="-463470"/>
            <a:ext cx="28870500" cy="3432900"/>
          </a:xfrm>
          <a:prstGeom prst="rect">
            <a:avLst/>
          </a:prstGeom>
          <a:noFill/>
          <a:ln>
            <a:noFill/>
          </a:ln>
        </p:spPr>
        <p:txBody>
          <a:bodyPr anchorCtr="0" anchor="ctr" bIns="409325" lIns="409325" spcFirstLastPara="1" rIns="409325" wrap="square" tIns="409325">
            <a:noAutofit/>
          </a:bodyPr>
          <a:lstStyle/>
          <a:p>
            <a:pPr indent="0" lvl="0" marL="0" rtl="0" algn="ctr">
              <a:spcBef>
                <a:spcPts val="0"/>
              </a:spcBef>
              <a:spcAft>
                <a:spcPts val="0"/>
              </a:spcAft>
              <a:buClr>
                <a:schemeClr val="lt1"/>
              </a:buClr>
              <a:buSzPts val="7663"/>
              <a:buFont typeface="Calibri"/>
              <a:buNone/>
            </a:pPr>
            <a:r>
              <a:rPr lang="en-US" sz="6935">
                <a:solidFill>
                  <a:schemeClr val="lt1"/>
                </a:solidFill>
              </a:rPr>
              <a:t>Comparing Five Methods for Determining the Refractive Index of a Glass Prism Using a Multi-Wavelength Laser and a Versatile Optical Setup</a:t>
            </a:r>
            <a:endParaRPr sz="18163"/>
          </a:p>
        </p:txBody>
      </p:sp>
      <p:sp>
        <p:nvSpPr>
          <p:cNvPr id="87" name="Google Shape;87;g39de938f8a0_3_219"/>
          <p:cNvSpPr txBox="1"/>
          <p:nvPr>
            <p:ph idx="2" type="body"/>
          </p:nvPr>
        </p:nvSpPr>
        <p:spPr>
          <a:xfrm>
            <a:off x="315088" y="4934080"/>
            <a:ext cx="12585900" cy="7068300"/>
          </a:xfrm>
          <a:prstGeom prst="rect">
            <a:avLst/>
          </a:prstGeom>
          <a:solidFill>
            <a:schemeClr val="lt1"/>
          </a:solidFill>
          <a:ln cap="rnd" cmpd="sng" w="113700">
            <a:solidFill>
              <a:schemeClr val="dk1"/>
            </a:solidFill>
            <a:prstDash val="solid"/>
            <a:round/>
            <a:headEnd len="sm" w="sm" type="none"/>
            <a:tailEnd len="sm" w="sm" type="none"/>
          </a:ln>
        </p:spPr>
        <p:txBody>
          <a:bodyPr anchorCtr="0" anchor="t" bIns="409325" lIns="409325" spcFirstLastPara="1" rIns="409325" wrap="square" tIns="245575">
            <a:noAutofit/>
          </a:bodyPr>
          <a:lstStyle/>
          <a:p>
            <a:pPr indent="0" lvl="0" marL="0" rtl="0" algn="ctr">
              <a:spcBef>
                <a:spcPts val="0"/>
              </a:spcBef>
              <a:spcAft>
                <a:spcPts val="0"/>
              </a:spcAft>
              <a:buClr>
                <a:schemeClr val="dk1"/>
              </a:buClr>
              <a:buSzPts val="3939"/>
              <a:buNone/>
            </a:pPr>
            <a:r>
              <a:rPr b="1" lang="en-US" sz="3670"/>
              <a:t>Abstract</a:t>
            </a:r>
            <a:endParaRPr sz="3670"/>
          </a:p>
          <a:p>
            <a:pPr indent="0" lvl="0" marL="0" rtl="0" algn="just">
              <a:lnSpc>
                <a:spcPct val="115833"/>
              </a:lnSpc>
              <a:spcBef>
                <a:spcPts val="0"/>
              </a:spcBef>
              <a:spcAft>
                <a:spcPts val="0"/>
              </a:spcAft>
              <a:buClr>
                <a:schemeClr val="dk1"/>
              </a:buClr>
              <a:buSzPts val="985"/>
              <a:buFont typeface="Arial"/>
              <a:buNone/>
            </a:pPr>
            <a:r>
              <a:rPr lang="en-US" sz="2148"/>
              <a:t>We present an update on the progress of our work to include measurements and fits for rotating analyzer ellipsometry to compare with previous methods for determining a glass prism refractive index dispersion, focusing on their accuracy and pedagogical value for undergraduate physics. Methods include minimum deviation, Fresnel reflectance, fitting to the </a:t>
            </a:r>
            <a:r>
              <a:rPr b="1" lang="en-US" sz="2148"/>
              <a:t>minimum deviation curve</a:t>
            </a:r>
            <a:r>
              <a:rPr lang="en-US" sz="2148"/>
              <a:t>, and Brewster’s angle. The angle of minimum deviation was the most accurate (≤0.03% error from Sellmeier values), while </a:t>
            </a:r>
            <a:r>
              <a:rPr b="1" lang="en-US" sz="2148"/>
              <a:t>the Fresnel method</a:t>
            </a:r>
            <a:r>
              <a:rPr lang="en-US" sz="2148"/>
              <a:t> showed the largest inconsistency (0.05%−1.54% error). The minimum deviation fitting results are consistently lower due to a yet unknown systematic error, while the Brewster’s angle results can be made to match by mixing in small fractions of s-polarization. Future steps involve total internal reflection and further research into rotating analyzer ellipsometry (RAE). RAE appears to be a viable, but less accurate method. Furthermore, this method has proven to be very sensitive, where contaminants on our optical surfaces, a slight misalignment of the analyzer, or the prism positioned with an angle offset error of a degree or less, can introduce considerable errors in our results. These experiments and computations can be adapted to various undergraduate projects ranging from a few advanced laboratory sessions to semester-long student research experiences, teaching the importance of precise alignment, calibration, careful measurements, and fitting.</a:t>
            </a:r>
            <a:endParaRPr sz="2148"/>
          </a:p>
          <a:p>
            <a:pPr indent="0" lvl="0" marL="0" rtl="0" algn="just">
              <a:spcBef>
                <a:spcPts val="716"/>
              </a:spcBef>
              <a:spcAft>
                <a:spcPts val="0"/>
              </a:spcAft>
              <a:buClr>
                <a:schemeClr val="dk1"/>
              </a:buClr>
              <a:buSzPts val="2865"/>
              <a:buNone/>
            </a:pPr>
            <a:r>
              <a:t/>
            </a:r>
            <a:endParaRPr sz="4297"/>
          </a:p>
          <a:p>
            <a:pPr indent="0" lvl="0" marL="0" rtl="0" algn="just">
              <a:spcBef>
                <a:spcPts val="0"/>
              </a:spcBef>
              <a:spcAft>
                <a:spcPts val="0"/>
              </a:spcAft>
              <a:buClr>
                <a:schemeClr val="dk1"/>
              </a:buClr>
              <a:buSzPts val="3581"/>
              <a:buNone/>
            </a:pPr>
            <a:r>
              <a:t/>
            </a:r>
            <a:endParaRPr sz="3581">
              <a:latin typeface="Times New Roman"/>
              <a:ea typeface="Times New Roman"/>
              <a:cs typeface="Times New Roman"/>
              <a:sym typeface="Times New Roman"/>
            </a:endParaRPr>
          </a:p>
        </p:txBody>
      </p:sp>
      <p:sp>
        <p:nvSpPr>
          <p:cNvPr id="88" name="Google Shape;88;g39de938f8a0_3_219"/>
          <p:cNvSpPr txBox="1"/>
          <p:nvPr>
            <p:ph idx="4" type="body"/>
          </p:nvPr>
        </p:nvSpPr>
        <p:spPr>
          <a:xfrm>
            <a:off x="315088" y="12199581"/>
            <a:ext cx="12585900" cy="18913500"/>
          </a:xfrm>
          <a:prstGeom prst="rect">
            <a:avLst/>
          </a:prstGeom>
          <a:solidFill>
            <a:schemeClr val="lt1"/>
          </a:solidFill>
          <a:ln cap="flat" cmpd="sng" w="113700">
            <a:solidFill>
              <a:schemeClr val="dk1"/>
            </a:solidFill>
            <a:prstDash val="solid"/>
            <a:round/>
            <a:headEnd len="sm" w="sm" type="none"/>
            <a:tailEnd len="sm" w="sm" type="none"/>
          </a:ln>
        </p:spPr>
        <p:txBody>
          <a:bodyPr anchorCtr="0" anchor="t" bIns="409325" lIns="409325" spcFirstLastPara="1" rIns="409325" wrap="square" tIns="245575">
            <a:noAutofit/>
          </a:bodyPr>
          <a:lstStyle/>
          <a:p>
            <a:pPr indent="0" lvl="0" marL="0" rtl="0" algn="ctr">
              <a:lnSpc>
                <a:spcPct val="100000"/>
              </a:lnSpc>
              <a:spcBef>
                <a:spcPts val="0"/>
              </a:spcBef>
              <a:spcAft>
                <a:spcPts val="0"/>
              </a:spcAft>
              <a:buClr>
                <a:schemeClr val="dk1"/>
              </a:buClr>
              <a:buSzPts val="3939"/>
              <a:buNone/>
            </a:pPr>
            <a:r>
              <a:rPr b="1" lang="en-US" sz="3670"/>
              <a:t>Laser, Prism, and Goniometer Setup</a:t>
            </a:r>
            <a:endParaRPr sz="3670"/>
          </a:p>
          <a:p>
            <a:pPr indent="0" lvl="0" marL="0" rtl="0" algn="just">
              <a:spcBef>
                <a:spcPts val="0"/>
              </a:spcBef>
              <a:spcAft>
                <a:spcPts val="0"/>
              </a:spcAft>
              <a:buClr>
                <a:srgbClr val="000000"/>
              </a:buClr>
              <a:buSzPts val="3268"/>
              <a:buNone/>
            </a:pPr>
            <a:r>
              <a:rPr lang="en-US" sz="2148">
                <a:solidFill>
                  <a:srgbClr val="000000"/>
                </a:solidFill>
                <a:latin typeface="Calibri"/>
                <a:ea typeface="Calibri"/>
                <a:cs typeface="Calibri"/>
                <a:sym typeface="Calibri"/>
              </a:rPr>
              <a:t>     </a:t>
            </a:r>
            <a:r>
              <a:rPr lang="en-US" sz="2148"/>
              <a:t>We modified the setup for use with two different types of measurements: polarization angle and relative light intensity. For the polarization angle, we analyze the change in the light's polarization state (𝚿 and 𝚫) upon reflection from the bulk substrate using the analyzer. This is achieved by introducing a rotating analyzer after the sample to measure the intensity variations as a function of the analyzer's rotation angle. For the relative light intensity, we measure the reflected intensity for s- and p-polarizations as a function of incident angle. The signal from the rotating detector is normalized against a reference detector (using a beam splitter) to account for laser power fluctuations, yielding the absolute reflectance. Our setup is highly versatile: it utilizes the goniometer for minimum deviation measurements (prism rotation) and is modified for use as a precision reflection table for Fresnel and ellipsometry measurements. It includes an aperture before the prism and an integrating sphere on the output sensor for accurate intensity measurements.</a:t>
            </a:r>
            <a:endParaRPr sz="2148">
              <a:solidFill>
                <a:srgbClr val="000000"/>
              </a:solidFill>
              <a:latin typeface="Calibri"/>
              <a:ea typeface="Calibri"/>
              <a:cs typeface="Calibri"/>
              <a:sym typeface="Calibri"/>
            </a:endParaRPr>
          </a:p>
        </p:txBody>
      </p:sp>
      <p:sp>
        <p:nvSpPr>
          <p:cNvPr id="89" name="Google Shape;89;g39de938f8a0_3_219"/>
          <p:cNvSpPr txBox="1"/>
          <p:nvPr/>
        </p:nvSpPr>
        <p:spPr>
          <a:xfrm>
            <a:off x="4033838" y="2604252"/>
            <a:ext cx="30337200" cy="1904700"/>
          </a:xfrm>
          <a:prstGeom prst="rect">
            <a:avLst/>
          </a:prstGeom>
          <a:noFill/>
          <a:ln>
            <a:noFill/>
          </a:ln>
        </p:spPr>
        <p:txBody>
          <a:bodyPr anchorCtr="0" anchor="t" bIns="40925" lIns="81850" spcFirstLastPara="1" rIns="81850" wrap="square" tIns="40925">
            <a:spAutoFit/>
          </a:bodyPr>
          <a:lstStyle/>
          <a:p>
            <a:pPr indent="0" lvl="0" marL="0" marR="0" rtl="0" algn="ctr">
              <a:spcBef>
                <a:spcPts val="0"/>
              </a:spcBef>
              <a:spcAft>
                <a:spcPts val="0"/>
              </a:spcAft>
              <a:buNone/>
            </a:pPr>
            <a:r>
              <a:rPr b="1" lang="en-US" sz="5600" u="sng">
                <a:solidFill>
                  <a:schemeClr val="lt1"/>
                </a:solidFill>
                <a:latin typeface="Calibri"/>
                <a:ea typeface="Calibri"/>
                <a:cs typeface="Calibri"/>
                <a:sym typeface="Calibri"/>
              </a:rPr>
              <a:t>Thomas Campagna</a:t>
            </a:r>
            <a:r>
              <a:rPr b="1" lang="en-US" sz="5600">
                <a:solidFill>
                  <a:schemeClr val="lt1"/>
                </a:solidFill>
                <a:latin typeface="Calibri"/>
                <a:ea typeface="Calibri"/>
                <a:cs typeface="Calibri"/>
                <a:sym typeface="Calibri"/>
              </a:rPr>
              <a:t>, </a:t>
            </a:r>
            <a:r>
              <a:rPr b="1" lang="en-US" sz="5600" u="sng">
                <a:solidFill>
                  <a:schemeClr val="lt1"/>
                </a:solidFill>
                <a:latin typeface="Calibri"/>
                <a:ea typeface="Calibri"/>
                <a:cs typeface="Calibri"/>
                <a:sym typeface="Calibri"/>
              </a:rPr>
              <a:t>Keira Scott</a:t>
            </a:r>
            <a:r>
              <a:rPr b="1" lang="en-US" sz="5600">
                <a:solidFill>
                  <a:schemeClr val="lt1"/>
                </a:solidFill>
                <a:latin typeface="Calibri"/>
                <a:ea typeface="Calibri"/>
                <a:cs typeface="Calibri"/>
                <a:sym typeface="Calibri"/>
              </a:rPr>
              <a:t>, Jair Martinez, Michael Graff, and Eugenii U. Donev</a:t>
            </a:r>
            <a:endParaRPr sz="5600">
              <a:latin typeface="Calibri"/>
              <a:ea typeface="Calibri"/>
              <a:cs typeface="Calibri"/>
              <a:sym typeface="Calibri"/>
            </a:endParaRPr>
          </a:p>
          <a:p>
            <a:pPr indent="0" lvl="0" marL="0" marR="0" rtl="0" algn="ctr">
              <a:spcBef>
                <a:spcPts val="0"/>
              </a:spcBef>
              <a:spcAft>
                <a:spcPts val="0"/>
              </a:spcAft>
              <a:buNone/>
            </a:pPr>
            <a:r>
              <a:t/>
            </a:r>
            <a:endParaRPr b="1" sz="1637">
              <a:solidFill>
                <a:schemeClr val="lt1"/>
              </a:solidFill>
              <a:latin typeface="Calibri"/>
              <a:ea typeface="Calibri"/>
              <a:cs typeface="Calibri"/>
              <a:sym typeface="Calibri"/>
            </a:endParaRPr>
          </a:p>
          <a:p>
            <a:pPr indent="0" lvl="0" marL="0" marR="0" rtl="0" algn="ctr">
              <a:spcBef>
                <a:spcPts val="0"/>
              </a:spcBef>
              <a:spcAft>
                <a:spcPts val="0"/>
              </a:spcAft>
              <a:buNone/>
            </a:pPr>
            <a:r>
              <a:rPr b="1" i="1" lang="en-US" sz="4600">
                <a:solidFill>
                  <a:schemeClr val="lt1"/>
                </a:solidFill>
                <a:latin typeface="Calibri"/>
                <a:ea typeface="Calibri"/>
                <a:cs typeface="Calibri"/>
                <a:sym typeface="Calibri"/>
              </a:rPr>
              <a:t>Department of Physics, Engineering, and Astronomy, Austin Peay State University, Clarksville, TN 37044, USA</a:t>
            </a:r>
            <a:endParaRPr sz="4600">
              <a:latin typeface="Calibri"/>
              <a:ea typeface="Calibri"/>
              <a:cs typeface="Calibri"/>
              <a:sym typeface="Calibri"/>
            </a:endParaRPr>
          </a:p>
        </p:txBody>
      </p:sp>
      <p:sp>
        <p:nvSpPr>
          <p:cNvPr id="90" name="Google Shape;90;g39de938f8a0_3_219"/>
          <p:cNvSpPr txBox="1"/>
          <p:nvPr/>
        </p:nvSpPr>
        <p:spPr>
          <a:xfrm>
            <a:off x="13201575" y="4934075"/>
            <a:ext cx="24898500" cy="16247400"/>
          </a:xfrm>
          <a:prstGeom prst="rect">
            <a:avLst/>
          </a:prstGeom>
          <a:solidFill>
            <a:schemeClr val="lt1"/>
          </a:solidFill>
          <a:ln cap="flat" cmpd="sng" w="113700">
            <a:solidFill>
              <a:schemeClr val="dk1"/>
            </a:solidFill>
            <a:prstDash val="solid"/>
            <a:round/>
            <a:headEnd len="sm" w="sm" type="none"/>
            <a:tailEnd len="sm" w="sm" type="none"/>
          </a:ln>
        </p:spPr>
        <p:txBody>
          <a:bodyPr anchorCtr="0" anchor="t" bIns="409325" lIns="409325" spcFirstLastPara="1" rIns="409325" wrap="square" tIns="245575">
            <a:noAutofit/>
          </a:bodyPr>
          <a:lstStyle/>
          <a:p>
            <a:pPr indent="0" lvl="0" marL="0" rtl="0" algn="l">
              <a:spcBef>
                <a:spcPts val="0"/>
              </a:spcBef>
              <a:spcAft>
                <a:spcPts val="0"/>
              </a:spcAft>
              <a:buClr>
                <a:schemeClr val="dk1"/>
              </a:buClr>
              <a:buFont typeface="Arial"/>
              <a:buNone/>
            </a:pPr>
            <a:r>
              <a:t/>
            </a:r>
            <a:endParaRPr sz="1253"/>
          </a:p>
        </p:txBody>
      </p:sp>
      <p:sp>
        <p:nvSpPr>
          <p:cNvPr id="91" name="Google Shape;91;g39de938f8a0_3_219"/>
          <p:cNvSpPr txBox="1"/>
          <p:nvPr/>
        </p:nvSpPr>
        <p:spPr>
          <a:xfrm>
            <a:off x="311989" y="31310455"/>
            <a:ext cx="12585900" cy="1651200"/>
          </a:xfrm>
          <a:prstGeom prst="rect">
            <a:avLst/>
          </a:prstGeom>
          <a:noFill/>
          <a:ln cap="flat" cmpd="sng" w="113700">
            <a:solidFill>
              <a:schemeClr val="dk1"/>
            </a:solidFill>
            <a:prstDash val="solid"/>
            <a:round/>
            <a:headEnd len="sm" w="sm" type="none"/>
            <a:tailEnd len="sm" w="sm" type="none"/>
          </a:ln>
        </p:spPr>
        <p:txBody>
          <a:bodyPr anchorCtr="0" anchor="ctr" bIns="409325" lIns="409325" spcFirstLastPara="1" rIns="409325" wrap="square" tIns="409325">
            <a:noAutofit/>
          </a:bodyPr>
          <a:lstStyle/>
          <a:p>
            <a:pPr indent="0" lvl="0" marL="0" marR="0" rtl="0" algn="ctr">
              <a:spcBef>
                <a:spcPts val="0"/>
              </a:spcBef>
              <a:spcAft>
                <a:spcPts val="0"/>
              </a:spcAft>
              <a:buNone/>
            </a:pPr>
            <a:r>
              <a:rPr b="1" lang="en-US" sz="2630">
                <a:solidFill>
                  <a:schemeClr val="dk1"/>
                </a:solidFill>
                <a:latin typeface="Calibri"/>
                <a:ea typeface="Calibri"/>
                <a:cs typeface="Calibri"/>
                <a:sym typeface="Calibri"/>
              </a:rPr>
              <a:t>References and Acknowledgements</a:t>
            </a:r>
            <a:endParaRPr b="1" sz="2988">
              <a:solidFill>
                <a:schemeClr val="dk1"/>
              </a:solidFill>
              <a:latin typeface="Calibri"/>
              <a:ea typeface="Calibri"/>
              <a:cs typeface="Calibri"/>
              <a:sym typeface="Calibri"/>
            </a:endParaRPr>
          </a:p>
          <a:p>
            <a:pPr indent="0" lvl="0" marL="0" marR="0" rtl="0" algn="ctr">
              <a:spcBef>
                <a:spcPts val="0"/>
              </a:spcBef>
              <a:spcAft>
                <a:spcPts val="0"/>
              </a:spcAft>
              <a:buNone/>
            </a:pPr>
            <a:r>
              <a:t/>
            </a:r>
            <a:endParaRPr b="1" sz="294">
              <a:solidFill>
                <a:schemeClr val="dk1"/>
              </a:solidFill>
              <a:latin typeface="Calibri"/>
              <a:ea typeface="Calibri"/>
              <a:cs typeface="Calibri"/>
              <a:sym typeface="Calibri"/>
            </a:endParaRPr>
          </a:p>
          <a:p>
            <a:pPr indent="-268328" lvl="0" marL="268328" marR="0" rtl="0" algn="l">
              <a:spcBef>
                <a:spcPts val="0"/>
              </a:spcBef>
              <a:spcAft>
                <a:spcPts val="0"/>
              </a:spcAft>
              <a:buNone/>
            </a:pPr>
            <a:r>
              <a:rPr lang="en-US" sz="1100">
                <a:solidFill>
                  <a:schemeClr val="dk1"/>
                </a:solidFill>
                <a:latin typeface="Calibri"/>
                <a:ea typeface="Calibri"/>
                <a:cs typeface="Calibri"/>
                <a:sym typeface="Calibri"/>
              </a:rPr>
              <a:t>[</a:t>
            </a:r>
            <a:r>
              <a:rPr lang="en-US" sz="1361">
                <a:solidFill>
                  <a:schemeClr val="dk1"/>
                </a:solidFill>
                <a:latin typeface="Calibri"/>
                <a:ea typeface="Calibri"/>
                <a:cs typeface="Calibri"/>
                <a:sym typeface="Calibri"/>
              </a:rPr>
              <a:t>1] J. Peatross and M. Ware. </a:t>
            </a:r>
            <a:r>
              <a:rPr i="1" lang="en-US" sz="1361">
                <a:solidFill>
                  <a:schemeClr val="dk1"/>
                </a:solidFill>
                <a:latin typeface="Calibri"/>
                <a:ea typeface="Calibri"/>
                <a:cs typeface="Calibri"/>
                <a:sym typeface="Calibri"/>
              </a:rPr>
              <a:t>Physics of Light and Optics</a:t>
            </a:r>
            <a:r>
              <a:rPr lang="en-US" sz="1361">
                <a:solidFill>
                  <a:schemeClr val="dk1"/>
                </a:solidFill>
                <a:latin typeface="Calibri"/>
                <a:ea typeface="Calibri"/>
                <a:cs typeface="Calibri"/>
                <a:sym typeface="Calibri"/>
              </a:rPr>
              <a:t>, 2015 edition. BYU. (2016).</a:t>
            </a:r>
            <a:endParaRPr sz="1361">
              <a:latin typeface="Calibri"/>
              <a:ea typeface="Calibri"/>
              <a:cs typeface="Calibri"/>
              <a:sym typeface="Calibri"/>
            </a:endParaRPr>
          </a:p>
          <a:p>
            <a:pPr indent="-306985" lvl="0" marL="306985" marR="0" rtl="0" algn="l">
              <a:spcBef>
                <a:spcPts val="0"/>
              </a:spcBef>
              <a:spcAft>
                <a:spcPts val="0"/>
              </a:spcAft>
              <a:buNone/>
            </a:pPr>
            <a:r>
              <a:rPr lang="en-US" sz="1361">
                <a:solidFill>
                  <a:schemeClr val="dk1"/>
                </a:solidFill>
                <a:latin typeface="Calibri"/>
                <a:ea typeface="Calibri"/>
                <a:cs typeface="Calibri"/>
                <a:sym typeface="Calibri"/>
              </a:rPr>
              <a:t>[2] E. Hecht. </a:t>
            </a:r>
            <a:r>
              <a:rPr i="1" lang="en-US" sz="1361">
                <a:solidFill>
                  <a:schemeClr val="dk1"/>
                </a:solidFill>
                <a:latin typeface="Calibri"/>
                <a:ea typeface="Calibri"/>
                <a:cs typeface="Calibri"/>
                <a:sym typeface="Calibri"/>
              </a:rPr>
              <a:t>Optics</a:t>
            </a:r>
            <a:r>
              <a:rPr lang="en-US" sz="1361">
                <a:solidFill>
                  <a:schemeClr val="dk1"/>
                </a:solidFill>
                <a:latin typeface="Calibri"/>
                <a:ea typeface="Calibri"/>
                <a:cs typeface="Calibri"/>
                <a:sym typeface="Calibri"/>
              </a:rPr>
              <a:t>, 5th edition. Adelphi University, Pearson. (2017).</a:t>
            </a:r>
            <a:endParaRPr sz="1361">
              <a:solidFill>
                <a:schemeClr val="dk1"/>
              </a:solidFill>
              <a:latin typeface="Calibri"/>
              <a:ea typeface="Calibri"/>
              <a:cs typeface="Calibri"/>
              <a:sym typeface="Calibri"/>
            </a:endParaRPr>
          </a:p>
          <a:p>
            <a:pPr indent="-306985" lvl="0" marL="306985" marR="0" rtl="0" algn="l">
              <a:spcBef>
                <a:spcPts val="0"/>
              </a:spcBef>
              <a:spcAft>
                <a:spcPts val="0"/>
              </a:spcAft>
              <a:buNone/>
            </a:pPr>
            <a:r>
              <a:rPr lang="en-US" sz="1361">
                <a:solidFill>
                  <a:schemeClr val="dk1"/>
                </a:solidFill>
                <a:latin typeface="Calibri"/>
                <a:ea typeface="Calibri"/>
                <a:cs typeface="Calibri"/>
                <a:sym typeface="Calibri"/>
              </a:rPr>
              <a:t>[3] </a:t>
            </a:r>
            <a:r>
              <a:rPr lang="en-US" sz="1361">
                <a:solidFill>
                  <a:srgbClr val="1A1A1A"/>
                </a:solidFill>
                <a:latin typeface="Calibri"/>
                <a:ea typeface="Calibri"/>
                <a:cs typeface="Calibri"/>
                <a:sym typeface="Calibri"/>
              </a:rPr>
              <a:t>Matthew Mantia, Teresa Bixby; Optical measurements on a budget: A 3D-printed ellipsometer. </a:t>
            </a:r>
            <a:r>
              <a:rPr i="1" lang="en-US" sz="1361">
                <a:solidFill>
                  <a:srgbClr val="1A1A1A"/>
                </a:solidFill>
                <a:latin typeface="Calibri"/>
                <a:ea typeface="Calibri"/>
                <a:cs typeface="Calibri"/>
                <a:sym typeface="Calibri"/>
              </a:rPr>
              <a:t>Am. J. Phys.</a:t>
            </a:r>
            <a:r>
              <a:rPr lang="en-US" sz="1361">
                <a:solidFill>
                  <a:srgbClr val="1A1A1A"/>
                </a:solidFill>
                <a:latin typeface="Calibri"/>
                <a:ea typeface="Calibri"/>
                <a:cs typeface="Calibri"/>
                <a:sym typeface="Calibri"/>
              </a:rPr>
              <a:t> (2022).</a:t>
            </a:r>
            <a:endParaRPr sz="1361">
              <a:solidFill>
                <a:srgbClr val="1A1A1A"/>
              </a:solidFill>
              <a:latin typeface="Calibri"/>
              <a:ea typeface="Calibri"/>
              <a:cs typeface="Calibri"/>
              <a:sym typeface="Calibri"/>
            </a:endParaRPr>
          </a:p>
          <a:p>
            <a:pPr indent="0" lvl="0" marL="0" rtl="0" algn="l">
              <a:spcBef>
                <a:spcPts val="0"/>
              </a:spcBef>
              <a:spcAft>
                <a:spcPts val="0"/>
              </a:spcAft>
              <a:buNone/>
            </a:pPr>
            <a:r>
              <a:rPr lang="en-US" sz="1361">
                <a:solidFill>
                  <a:schemeClr val="dk1"/>
                </a:solidFill>
                <a:latin typeface="Calibri"/>
                <a:ea typeface="Calibri"/>
                <a:cs typeface="Calibri"/>
                <a:sym typeface="Calibri"/>
              </a:rPr>
              <a:t>We gratefully acknowledge the SPS Con travel grant for providing funding for travel to this conference, Bryan Gaither for his assistance in assembling our setup, and William Keener for his help in gathering data.</a:t>
            </a:r>
            <a:endParaRPr sz="1361">
              <a:solidFill>
                <a:srgbClr val="1A1A1A"/>
              </a:solidFill>
              <a:latin typeface="Calibri"/>
              <a:ea typeface="Calibri"/>
              <a:cs typeface="Calibri"/>
              <a:sym typeface="Calibri"/>
            </a:endParaRPr>
          </a:p>
        </p:txBody>
      </p:sp>
      <p:sp>
        <p:nvSpPr>
          <p:cNvPr id="92" name="Google Shape;92;g39de938f8a0_3_219"/>
          <p:cNvSpPr/>
          <p:nvPr/>
        </p:nvSpPr>
        <p:spPr>
          <a:xfrm>
            <a:off x="0" y="91357"/>
            <a:ext cx="199500" cy="280800"/>
          </a:xfrm>
          <a:prstGeom prst="rect">
            <a:avLst/>
          </a:prstGeom>
          <a:noFill/>
          <a:ln>
            <a:noFill/>
          </a:ln>
        </p:spPr>
        <p:txBody>
          <a:bodyPr anchorCtr="0" anchor="ctr" bIns="40925" lIns="81850" spcFirstLastPara="1" rIns="81850" wrap="square" tIns="40925">
            <a:noAutofit/>
          </a:bodyPr>
          <a:lstStyle/>
          <a:p>
            <a:pPr indent="0" lvl="0" marL="0" marR="0" rtl="0" algn="l">
              <a:spcBef>
                <a:spcPts val="0"/>
              </a:spcBef>
              <a:spcAft>
                <a:spcPts val="0"/>
              </a:spcAft>
              <a:buNone/>
            </a:pPr>
            <a:r>
              <a:rPr lang="en-US" sz="1074">
                <a:solidFill>
                  <a:schemeClr val="dk1"/>
                </a:solidFill>
                <a:latin typeface="Arial"/>
                <a:ea typeface="Arial"/>
                <a:cs typeface="Arial"/>
                <a:sym typeface="Arial"/>
              </a:rPr>
              <a:t> </a:t>
            </a:r>
            <a:endParaRPr sz="1611">
              <a:solidFill>
                <a:schemeClr val="dk1"/>
              </a:solidFill>
              <a:latin typeface="Arial"/>
              <a:ea typeface="Arial"/>
              <a:cs typeface="Arial"/>
              <a:sym typeface="Arial"/>
            </a:endParaRPr>
          </a:p>
        </p:txBody>
      </p:sp>
      <p:sp>
        <p:nvSpPr>
          <p:cNvPr id="93" name="Google Shape;93;g39de938f8a0_3_219"/>
          <p:cNvSpPr/>
          <p:nvPr/>
        </p:nvSpPr>
        <p:spPr>
          <a:xfrm>
            <a:off x="4" y="809215"/>
            <a:ext cx="388800" cy="280800"/>
          </a:xfrm>
          <a:prstGeom prst="rect">
            <a:avLst/>
          </a:prstGeom>
          <a:noFill/>
          <a:ln>
            <a:noFill/>
          </a:ln>
        </p:spPr>
        <p:txBody>
          <a:bodyPr anchorCtr="0" anchor="ctr" bIns="40925" lIns="81850" spcFirstLastPara="1" rIns="81850" wrap="square" tIns="40925">
            <a:noAutofit/>
          </a:bodyPr>
          <a:lstStyle/>
          <a:p>
            <a:pPr indent="0" lvl="0" marL="0" marR="0" rtl="0" algn="l">
              <a:spcBef>
                <a:spcPts val="0"/>
              </a:spcBef>
              <a:spcAft>
                <a:spcPts val="0"/>
              </a:spcAft>
              <a:buNone/>
            </a:pPr>
            <a:r>
              <a:rPr lang="en-US" sz="1074">
                <a:solidFill>
                  <a:schemeClr val="dk1"/>
                </a:solidFill>
                <a:latin typeface="Arial"/>
                <a:ea typeface="Arial"/>
                <a:cs typeface="Arial"/>
                <a:sym typeface="Arial"/>
              </a:rPr>
              <a:t> ,    </a:t>
            </a:r>
            <a:endParaRPr sz="1611">
              <a:solidFill>
                <a:schemeClr val="dk1"/>
              </a:solidFill>
              <a:latin typeface="Arial"/>
              <a:ea typeface="Arial"/>
              <a:cs typeface="Arial"/>
              <a:sym typeface="Arial"/>
            </a:endParaRPr>
          </a:p>
        </p:txBody>
      </p:sp>
      <p:sp>
        <p:nvSpPr>
          <p:cNvPr id="94" name="Google Shape;94;g39de938f8a0_3_219"/>
          <p:cNvSpPr/>
          <p:nvPr/>
        </p:nvSpPr>
        <p:spPr>
          <a:xfrm>
            <a:off x="3" y="1033641"/>
            <a:ext cx="161700" cy="1267800"/>
          </a:xfrm>
          <a:prstGeom prst="rect">
            <a:avLst/>
          </a:prstGeom>
          <a:noFill/>
          <a:ln>
            <a:noFill/>
          </a:ln>
        </p:spPr>
        <p:txBody>
          <a:bodyPr anchorCtr="0" anchor="ctr" bIns="40925" lIns="81850" spcFirstLastPara="1" rIns="81850" wrap="square" tIns="40925">
            <a:noAutofit/>
          </a:bodyPr>
          <a:lstStyle/>
          <a:p>
            <a:pPr indent="0" lvl="0" marL="0" marR="0" rtl="0" algn="l">
              <a:spcBef>
                <a:spcPts val="0"/>
              </a:spcBef>
              <a:spcAft>
                <a:spcPts val="0"/>
              </a:spcAft>
              <a:buNone/>
            </a:pPr>
            <a:r>
              <a:t/>
            </a:r>
            <a:endParaRPr sz="6736">
              <a:solidFill>
                <a:schemeClr val="dk1"/>
              </a:solidFill>
              <a:latin typeface="Calibri"/>
              <a:ea typeface="Calibri"/>
              <a:cs typeface="Calibri"/>
              <a:sym typeface="Calibri"/>
            </a:endParaRPr>
          </a:p>
        </p:txBody>
      </p:sp>
      <p:pic>
        <p:nvPicPr>
          <p:cNvPr descr="A black and white logo&#10;&#10;Description automatically generated" id="95" name="Google Shape;95;g39de938f8a0_3_219"/>
          <p:cNvPicPr preferRelativeResize="0"/>
          <p:nvPr/>
        </p:nvPicPr>
        <p:blipFill rotWithShape="1">
          <a:blip r:embed="rId3">
            <a:alphaModFix/>
          </a:blip>
          <a:srcRect b="0" l="0" r="0" t="0"/>
          <a:stretch/>
        </p:blipFill>
        <p:spPr>
          <a:xfrm>
            <a:off x="1128570" y="820024"/>
            <a:ext cx="4117858" cy="2962663"/>
          </a:xfrm>
          <a:prstGeom prst="rect">
            <a:avLst/>
          </a:prstGeom>
          <a:noFill/>
          <a:ln>
            <a:noFill/>
          </a:ln>
        </p:spPr>
      </p:pic>
      <p:pic>
        <p:nvPicPr>
          <p:cNvPr descr="A graph with green lines&#10;&#10;Description automatically generated" id="96" name="Google Shape;96;g39de938f8a0_3_219"/>
          <p:cNvPicPr preferRelativeResize="0"/>
          <p:nvPr/>
        </p:nvPicPr>
        <p:blipFill rotWithShape="1">
          <a:blip r:embed="rId4">
            <a:alphaModFix/>
          </a:blip>
          <a:srcRect b="0" l="0" r="0" t="0"/>
          <a:stretch/>
        </p:blipFill>
        <p:spPr>
          <a:xfrm>
            <a:off x="533400" y="25182898"/>
            <a:ext cx="12135113" cy="3440587"/>
          </a:xfrm>
          <a:prstGeom prst="rect">
            <a:avLst/>
          </a:prstGeom>
          <a:noFill/>
          <a:ln>
            <a:noFill/>
          </a:ln>
        </p:spPr>
      </p:pic>
      <p:sp>
        <p:nvSpPr>
          <p:cNvPr id="97" name="Google Shape;97;g39de938f8a0_3_219"/>
          <p:cNvSpPr txBox="1"/>
          <p:nvPr/>
        </p:nvSpPr>
        <p:spPr>
          <a:xfrm>
            <a:off x="1608577" y="25678351"/>
            <a:ext cx="498600" cy="413400"/>
          </a:xfrm>
          <a:prstGeom prst="rect">
            <a:avLst/>
          </a:prstGeom>
          <a:noFill/>
          <a:ln>
            <a:noFill/>
          </a:ln>
        </p:spPr>
        <p:txBody>
          <a:bodyPr anchorCtr="0" anchor="t" bIns="40925" lIns="81850" spcFirstLastPara="1" rIns="81850" wrap="square" tIns="40925">
            <a:spAutoFit/>
          </a:bodyPr>
          <a:lstStyle/>
          <a:p>
            <a:pPr indent="0" lvl="0" marL="0" marR="0" rtl="0" algn="l">
              <a:spcBef>
                <a:spcPts val="0"/>
              </a:spcBef>
              <a:spcAft>
                <a:spcPts val="0"/>
              </a:spcAft>
              <a:buNone/>
            </a:pPr>
            <a:r>
              <a:rPr b="1" lang="en-US" sz="2148">
                <a:solidFill>
                  <a:schemeClr val="lt1"/>
                </a:solidFill>
                <a:latin typeface="Calibri"/>
                <a:ea typeface="Calibri"/>
                <a:cs typeface="Calibri"/>
                <a:sym typeface="Calibri"/>
              </a:rPr>
              <a:t>(a)</a:t>
            </a:r>
            <a:endParaRPr sz="1253"/>
          </a:p>
        </p:txBody>
      </p:sp>
      <p:sp>
        <p:nvSpPr>
          <p:cNvPr id="98" name="Google Shape;98;g39de938f8a0_3_219"/>
          <p:cNvSpPr txBox="1"/>
          <p:nvPr/>
        </p:nvSpPr>
        <p:spPr>
          <a:xfrm>
            <a:off x="7707045" y="25649767"/>
            <a:ext cx="498600" cy="413400"/>
          </a:xfrm>
          <a:prstGeom prst="rect">
            <a:avLst/>
          </a:prstGeom>
          <a:noFill/>
          <a:ln>
            <a:noFill/>
          </a:ln>
        </p:spPr>
        <p:txBody>
          <a:bodyPr anchorCtr="0" anchor="t" bIns="40925" lIns="81850" spcFirstLastPara="1" rIns="81850" wrap="square" tIns="40925">
            <a:spAutoFit/>
          </a:bodyPr>
          <a:lstStyle/>
          <a:p>
            <a:pPr indent="0" lvl="0" marL="0" marR="0" rtl="0" algn="l">
              <a:spcBef>
                <a:spcPts val="0"/>
              </a:spcBef>
              <a:spcAft>
                <a:spcPts val="0"/>
              </a:spcAft>
              <a:buNone/>
            </a:pPr>
            <a:r>
              <a:rPr b="1" lang="en-US" sz="2148">
                <a:solidFill>
                  <a:schemeClr val="lt1"/>
                </a:solidFill>
                <a:latin typeface="Calibri"/>
                <a:ea typeface="Calibri"/>
                <a:cs typeface="Calibri"/>
                <a:sym typeface="Calibri"/>
              </a:rPr>
              <a:t>(b)</a:t>
            </a:r>
            <a:endParaRPr sz="1253"/>
          </a:p>
        </p:txBody>
      </p:sp>
      <p:sp>
        <p:nvSpPr>
          <p:cNvPr id="99" name="Google Shape;99;g39de938f8a0_3_219"/>
          <p:cNvSpPr txBox="1"/>
          <p:nvPr/>
        </p:nvSpPr>
        <p:spPr>
          <a:xfrm>
            <a:off x="1314438" y="26275419"/>
            <a:ext cx="498600" cy="413400"/>
          </a:xfrm>
          <a:prstGeom prst="rect">
            <a:avLst/>
          </a:prstGeom>
          <a:noFill/>
          <a:ln>
            <a:noFill/>
          </a:ln>
        </p:spPr>
        <p:txBody>
          <a:bodyPr anchorCtr="0" anchor="t" bIns="40925" lIns="81850" spcFirstLastPara="1" rIns="81850" wrap="square" tIns="40925">
            <a:spAutoFit/>
          </a:bodyPr>
          <a:lstStyle/>
          <a:p>
            <a:pPr indent="0" lvl="0" marL="0" marR="0" rtl="0" algn="l">
              <a:spcBef>
                <a:spcPts val="0"/>
              </a:spcBef>
              <a:spcAft>
                <a:spcPts val="0"/>
              </a:spcAft>
              <a:buNone/>
            </a:pPr>
            <a:r>
              <a:rPr b="1" lang="en-US" sz="2148">
                <a:solidFill>
                  <a:schemeClr val="dk1"/>
                </a:solidFill>
                <a:latin typeface="Calibri"/>
                <a:ea typeface="Calibri"/>
                <a:cs typeface="Calibri"/>
                <a:sym typeface="Calibri"/>
              </a:rPr>
              <a:t>(e)</a:t>
            </a:r>
            <a:endParaRPr sz="1253"/>
          </a:p>
        </p:txBody>
      </p:sp>
      <p:pic>
        <p:nvPicPr>
          <p:cNvPr descr="A red and black box with a knob&#10;&#10;Description automatically generated" id="100" name="Google Shape;100;g39de938f8a0_3_219"/>
          <p:cNvPicPr preferRelativeResize="0"/>
          <p:nvPr/>
        </p:nvPicPr>
        <p:blipFill rotWithShape="1">
          <a:blip r:embed="rId5">
            <a:alphaModFix/>
          </a:blip>
          <a:srcRect b="0" l="13755" r="17534" t="0"/>
          <a:stretch/>
        </p:blipFill>
        <p:spPr>
          <a:xfrm rot="5400000">
            <a:off x="6581662" y="25717463"/>
            <a:ext cx="2335201" cy="2199826"/>
          </a:xfrm>
          <a:prstGeom prst="rect">
            <a:avLst/>
          </a:prstGeom>
          <a:noFill/>
          <a:ln>
            <a:noFill/>
          </a:ln>
        </p:spPr>
      </p:pic>
      <p:sp>
        <p:nvSpPr>
          <p:cNvPr id="101" name="Google Shape;101;g39de938f8a0_3_219"/>
          <p:cNvSpPr txBox="1"/>
          <p:nvPr/>
        </p:nvSpPr>
        <p:spPr>
          <a:xfrm>
            <a:off x="541957" y="28690176"/>
            <a:ext cx="12135000" cy="2733300"/>
          </a:xfrm>
          <a:prstGeom prst="rect">
            <a:avLst/>
          </a:prstGeom>
          <a:noFill/>
          <a:ln>
            <a:noFill/>
          </a:ln>
        </p:spPr>
        <p:txBody>
          <a:bodyPr anchorCtr="0" anchor="t" bIns="40925" lIns="81850" spcFirstLastPara="1" rIns="81850" wrap="square" tIns="40925">
            <a:spAutoFit/>
          </a:bodyPr>
          <a:lstStyle/>
          <a:p>
            <a:pPr indent="0" lvl="0" marL="0" rtl="0" algn="just">
              <a:spcBef>
                <a:spcPts val="0"/>
              </a:spcBef>
              <a:spcAft>
                <a:spcPts val="0"/>
              </a:spcAft>
              <a:buClr>
                <a:schemeClr val="dk1"/>
              </a:buClr>
              <a:buSzPts val="985"/>
              <a:buFont typeface="Arial"/>
              <a:buNone/>
            </a:pPr>
            <a:r>
              <a:rPr lang="en-US" sz="2101">
                <a:solidFill>
                  <a:schemeClr val="dk1"/>
                </a:solidFill>
                <a:latin typeface="Calibri"/>
                <a:ea typeface="Calibri"/>
                <a:cs typeface="Calibri"/>
                <a:sym typeface="Calibri"/>
              </a:rPr>
              <a:t>Figure </a:t>
            </a:r>
            <a:r>
              <a:rPr b="1" lang="en-US" sz="2101">
                <a:solidFill>
                  <a:schemeClr val="dk1"/>
                </a:solidFill>
                <a:latin typeface="Calibri"/>
                <a:ea typeface="Calibri"/>
                <a:cs typeface="Calibri"/>
                <a:sym typeface="Calibri"/>
              </a:rPr>
              <a:t>(a) </a:t>
            </a:r>
            <a:r>
              <a:rPr lang="en-US" sz="2101">
                <a:solidFill>
                  <a:schemeClr val="dk1"/>
                </a:solidFill>
                <a:latin typeface="Calibri"/>
                <a:ea typeface="Calibri"/>
                <a:cs typeface="Calibri"/>
                <a:sym typeface="Calibri"/>
              </a:rPr>
              <a:t>shows the path of the laser for measuring Brewster’s angle, with a polarizer, beam splitter and reference detector, goniometer, and signal detector. Figure </a:t>
            </a:r>
            <a:r>
              <a:rPr b="1" lang="en-US" sz="2101">
                <a:solidFill>
                  <a:schemeClr val="dk1"/>
                </a:solidFill>
                <a:latin typeface="Calibri"/>
                <a:ea typeface="Calibri"/>
                <a:cs typeface="Calibri"/>
                <a:sym typeface="Calibri"/>
              </a:rPr>
              <a:t>(b)</a:t>
            </a:r>
            <a:r>
              <a:rPr lang="en-US" sz="2101">
                <a:solidFill>
                  <a:schemeClr val="dk1"/>
                </a:solidFill>
                <a:latin typeface="Calibri"/>
                <a:ea typeface="Calibri"/>
                <a:cs typeface="Calibri"/>
                <a:sym typeface="Calibri"/>
              </a:rPr>
              <a:t> shows the prism configuration for measuring the angle of minimum deviation with an inset of the prism. Figure </a:t>
            </a:r>
            <a:r>
              <a:rPr b="1" lang="en-US" sz="2101">
                <a:solidFill>
                  <a:schemeClr val="dk1"/>
                </a:solidFill>
                <a:latin typeface="Calibri"/>
                <a:ea typeface="Calibri"/>
                <a:cs typeface="Calibri"/>
                <a:sym typeface="Calibri"/>
              </a:rPr>
              <a:t>(c)</a:t>
            </a:r>
            <a:r>
              <a:rPr lang="en-US" sz="2101">
                <a:solidFill>
                  <a:schemeClr val="dk1"/>
                </a:solidFill>
                <a:latin typeface="Calibri"/>
                <a:ea typeface="Calibri"/>
                <a:cs typeface="Calibri"/>
                <a:sym typeface="Calibri"/>
              </a:rPr>
              <a:t> shows the configuration for rotating analyzer ellipsometry using the goniometer as a reflection table, with the analyzer placed before the signal detector. Figure </a:t>
            </a:r>
            <a:r>
              <a:rPr b="1" lang="en-US" sz="2101">
                <a:solidFill>
                  <a:schemeClr val="dk1"/>
                </a:solidFill>
                <a:latin typeface="Calibri"/>
                <a:ea typeface="Calibri"/>
                <a:cs typeface="Calibri"/>
                <a:sym typeface="Calibri"/>
              </a:rPr>
              <a:t>(d) </a:t>
            </a:r>
            <a:r>
              <a:rPr lang="en-US" sz="2101">
                <a:solidFill>
                  <a:schemeClr val="dk1"/>
                </a:solidFill>
                <a:latin typeface="Calibri"/>
                <a:ea typeface="Calibri"/>
                <a:cs typeface="Calibri"/>
                <a:sym typeface="Calibri"/>
              </a:rPr>
              <a:t>illustrates the use of the beam splitter to direct light to the reference detector for laser power normalization. Figure </a:t>
            </a:r>
            <a:r>
              <a:rPr b="1" lang="en-US" sz="2101">
                <a:solidFill>
                  <a:schemeClr val="dk1"/>
                </a:solidFill>
                <a:latin typeface="Calibri"/>
                <a:ea typeface="Calibri"/>
                <a:cs typeface="Calibri"/>
                <a:sym typeface="Calibri"/>
              </a:rPr>
              <a:t>(e)</a:t>
            </a:r>
            <a:r>
              <a:rPr lang="en-US" sz="2101">
                <a:solidFill>
                  <a:schemeClr val="dk1"/>
                </a:solidFill>
                <a:latin typeface="Calibri"/>
                <a:ea typeface="Calibri"/>
                <a:cs typeface="Calibri"/>
                <a:sym typeface="Calibri"/>
              </a:rPr>
              <a:t> shows the spectra of each of the 6 wavelengths along with a photo of the six-wavelength laser.</a:t>
            </a:r>
            <a:endParaRPr sz="2101"/>
          </a:p>
          <a:p>
            <a:pPr indent="0" lvl="0" marL="0" marR="0" rtl="0" algn="l">
              <a:spcBef>
                <a:spcPts val="0"/>
              </a:spcBef>
              <a:spcAft>
                <a:spcPts val="0"/>
              </a:spcAft>
              <a:buNone/>
            </a:pPr>
            <a:r>
              <a:t/>
            </a:r>
            <a:endParaRPr sz="2506">
              <a:solidFill>
                <a:schemeClr val="dk1"/>
              </a:solidFill>
              <a:latin typeface="Calibri"/>
              <a:ea typeface="Calibri"/>
              <a:cs typeface="Calibri"/>
              <a:sym typeface="Calibri"/>
            </a:endParaRPr>
          </a:p>
        </p:txBody>
      </p:sp>
      <p:pic>
        <p:nvPicPr>
          <p:cNvPr id="102" name="Google Shape;102;g39de938f8a0_3_219" title="Screenshot 2025-10-10 at 12.53.49 AM.png"/>
          <p:cNvPicPr preferRelativeResize="0"/>
          <p:nvPr/>
        </p:nvPicPr>
        <p:blipFill rotWithShape="1">
          <a:blip r:embed="rId6">
            <a:alphaModFix/>
          </a:blip>
          <a:srcRect b="11197" l="8662" r="8288" t="10932"/>
          <a:stretch/>
        </p:blipFill>
        <p:spPr>
          <a:xfrm>
            <a:off x="552716" y="16754224"/>
            <a:ext cx="12135112" cy="7882092"/>
          </a:xfrm>
          <a:prstGeom prst="rect">
            <a:avLst/>
          </a:prstGeom>
          <a:noFill/>
          <a:ln>
            <a:noFill/>
          </a:ln>
        </p:spPr>
      </p:pic>
      <p:grpSp>
        <p:nvGrpSpPr>
          <p:cNvPr id="103" name="Google Shape;103;g39de938f8a0_3_219"/>
          <p:cNvGrpSpPr/>
          <p:nvPr/>
        </p:nvGrpSpPr>
        <p:grpSpPr>
          <a:xfrm>
            <a:off x="23795641" y="5283391"/>
            <a:ext cx="7180651" cy="5309899"/>
            <a:chOff x="16190811" y="6058464"/>
            <a:chExt cx="7819504" cy="5497359"/>
          </a:xfrm>
        </p:grpSpPr>
        <p:pic>
          <p:nvPicPr>
            <p:cNvPr id="104" name="Google Shape;104;g39de938f8a0_3_219"/>
            <p:cNvPicPr preferRelativeResize="0"/>
            <p:nvPr/>
          </p:nvPicPr>
          <p:blipFill rotWithShape="1">
            <a:blip r:embed="rId7">
              <a:alphaModFix/>
            </a:blip>
            <a:srcRect b="0" l="0" r="0" t="6261"/>
            <a:stretch/>
          </p:blipFill>
          <p:spPr>
            <a:xfrm>
              <a:off x="16190811" y="6058464"/>
              <a:ext cx="7819504" cy="5497359"/>
            </a:xfrm>
            <a:prstGeom prst="rect">
              <a:avLst/>
            </a:prstGeom>
            <a:noFill/>
            <a:ln>
              <a:noFill/>
            </a:ln>
          </p:spPr>
        </p:pic>
        <p:sp>
          <p:nvSpPr>
            <p:cNvPr id="105" name="Google Shape;105;g39de938f8a0_3_219"/>
            <p:cNvSpPr txBox="1"/>
            <p:nvPr/>
          </p:nvSpPr>
          <p:spPr>
            <a:xfrm>
              <a:off x="16346514" y="10508825"/>
              <a:ext cx="584100" cy="417900"/>
            </a:xfrm>
            <a:prstGeom prst="rect">
              <a:avLst/>
            </a:prstGeom>
            <a:noFill/>
            <a:ln>
              <a:noFill/>
            </a:ln>
          </p:spPr>
          <p:txBody>
            <a:bodyPr anchorCtr="0" anchor="t" bIns="39975" lIns="79900" spcFirstLastPara="1" rIns="79900" wrap="square" tIns="39975">
              <a:spAutoFit/>
            </a:bodyPr>
            <a:lstStyle/>
            <a:p>
              <a:pPr indent="0" lvl="0" marL="0" marR="0" rtl="0" algn="l">
                <a:spcBef>
                  <a:spcPts val="0"/>
                </a:spcBef>
                <a:spcAft>
                  <a:spcPts val="0"/>
                </a:spcAft>
                <a:buNone/>
              </a:pPr>
              <a:r>
                <a:rPr b="1" lang="en-US" sz="2098">
                  <a:solidFill>
                    <a:schemeClr val="dk1"/>
                  </a:solidFill>
                  <a:latin typeface="Calibri"/>
                  <a:ea typeface="Calibri"/>
                  <a:cs typeface="Calibri"/>
                  <a:sym typeface="Calibri"/>
                </a:rPr>
                <a:t>(e)</a:t>
              </a:r>
              <a:endParaRPr sz="1223"/>
            </a:p>
          </p:txBody>
        </p:sp>
      </p:grpSp>
      <p:pic>
        <p:nvPicPr>
          <p:cNvPr id="106" name="Google Shape;106;g39de938f8a0_3_219" title="index - wavelengths fit to sellmeir with ellipsometry n.png"/>
          <p:cNvPicPr preferRelativeResize="0"/>
          <p:nvPr/>
        </p:nvPicPr>
        <p:blipFill rotWithShape="1">
          <a:blip r:embed="rId8">
            <a:alphaModFix/>
          </a:blip>
          <a:srcRect b="0" l="0" r="6855" t="2761"/>
          <a:stretch/>
        </p:blipFill>
        <p:spPr>
          <a:xfrm>
            <a:off x="13437576" y="5179379"/>
            <a:ext cx="10388799" cy="7068301"/>
          </a:xfrm>
          <a:prstGeom prst="rect">
            <a:avLst/>
          </a:prstGeom>
          <a:noFill/>
          <a:ln cap="flat" cmpd="sng" w="80075">
            <a:solidFill>
              <a:srgbClr val="C41E3A"/>
            </a:solidFill>
            <a:prstDash val="dash"/>
            <a:round/>
            <a:headEnd len="sm" w="sm" type="none"/>
            <a:tailEnd len="sm" w="sm" type="none"/>
          </a:ln>
          <a:effectLst>
            <a:outerShdw blurRad="40042" rotWithShape="0" algn="bl" dir="5400000" dist="13347">
              <a:srgbClr val="000000">
                <a:alpha val="50000"/>
              </a:srgbClr>
            </a:outerShdw>
          </a:effectLst>
        </p:spPr>
      </p:pic>
      <p:sp>
        <p:nvSpPr>
          <p:cNvPr id="107" name="Google Shape;107;g39de938f8a0_3_219"/>
          <p:cNvSpPr txBox="1"/>
          <p:nvPr/>
        </p:nvSpPr>
        <p:spPr>
          <a:xfrm>
            <a:off x="13753625" y="11528283"/>
            <a:ext cx="694500" cy="575700"/>
          </a:xfrm>
          <a:prstGeom prst="rect">
            <a:avLst/>
          </a:prstGeom>
          <a:noFill/>
          <a:ln>
            <a:noFill/>
          </a:ln>
        </p:spPr>
        <p:txBody>
          <a:bodyPr anchorCtr="0" anchor="t" bIns="56975" lIns="114000" spcFirstLastPara="1" rIns="114000" wrap="square" tIns="56975">
            <a:spAutoFit/>
          </a:bodyPr>
          <a:lstStyle/>
          <a:p>
            <a:pPr indent="0" lvl="0" marL="0" marR="0" rtl="0" algn="l">
              <a:spcBef>
                <a:spcPts val="0"/>
              </a:spcBef>
              <a:spcAft>
                <a:spcPts val="0"/>
              </a:spcAft>
              <a:buNone/>
            </a:pPr>
            <a:r>
              <a:rPr b="1" lang="en-US" sz="2991">
                <a:solidFill>
                  <a:schemeClr val="dk1"/>
                </a:solidFill>
                <a:latin typeface="Calibri"/>
                <a:ea typeface="Calibri"/>
                <a:cs typeface="Calibri"/>
                <a:sym typeface="Calibri"/>
              </a:rPr>
              <a:t>(f)</a:t>
            </a:r>
            <a:endParaRPr sz="1745"/>
          </a:p>
        </p:txBody>
      </p:sp>
      <p:sp>
        <p:nvSpPr>
          <p:cNvPr id="108" name="Google Shape;108;g39de938f8a0_3_219"/>
          <p:cNvSpPr txBox="1"/>
          <p:nvPr>
            <p:ph idx="2" type="body"/>
          </p:nvPr>
        </p:nvSpPr>
        <p:spPr>
          <a:xfrm>
            <a:off x="13201575" y="21481749"/>
            <a:ext cx="24898500" cy="11479800"/>
          </a:xfrm>
          <a:prstGeom prst="rect">
            <a:avLst/>
          </a:prstGeom>
          <a:solidFill>
            <a:schemeClr val="lt1"/>
          </a:solidFill>
          <a:ln cap="rnd" cmpd="sng" w="113700">
            <a:solidFill>
              <a:schemeClr val="dk1"/>
            </a:solidFill>
            <a:prstDash val="solid"/>
            <a:round/>
            <a:headEnd len="sm" w="sm" type="none"/>
            <a:tailEnd len="sm" w="sm" type="none"/>
          </a:ln>
        </p:spPr>
        <p:txBody>
          <a:bodyPr anchorCtr="0" anchor="t" bIns="409325" lIns="409325" spcFirstLastPara="1" rIns="409325" wrap="square" tIns="245575">
            <a:noAutofit/>
          </a:bodyPr>
          <a:lstStyle/>
          <a:p>
            <a:pPr indent="0" lvl="0" marL="0" rtl="0" algn="ctr">
              <a:spcBef>
                <a:spcPts val="1074"/>
              </a:spcBef>
              <a:spcAft>
                <a:spcPts val="0"/>
              </a:spcAft>
              <a:buClr>
                <a:schemeClr val="dk1"/>
              </a:buClr>
              <a:buSzPts val="985"/>
              <a:buFont typeface="Arial"/>
              <a:buNone/>
            </a:pPr>
            <a:r>
              <a:rPr b="1" lang="en-US" sz="3670"/>
              <a:t>Results </a:t>
            </a:r>
            <a:r>
              <a:rPr b="1" lang="en-US" sz="3670"/>
              <a:t>and Conclusions</a:t>
            </a:r>
            <a:endParaRPr b="1" sz="3670"/>
          </a:p>
          <a:p>
            <a:pPr indent="0" lvl="0" marL="0" rtl="0" algn="just">
              <a:lnSpc>
                <a:spcPct val="115000"/>
              </a:lnSpc>
              <a:spcBef>
                <a:spcPts val="1074"/>
              </a:spcBef>
              <a:spcAft>
                <a:spcPts val="0"/>
              </a:spcAft>
              <a:buClr>
                <a:schemeClr val="dk1"/>
              </a:buClr>
              <a:buSzPts val="985"/>
              <a:buFont typeface="Arial"/>
              <a:buNone/>
            </a:pPr>
            <a:r>
              <a:rPr lang="en-US" sz="2148"/>
              <a:t>     Equations </a:t>
            </a:r>
            <a:r>
              <a:rPr b="1" lang="en-US" sz="2148"/>
              <a:t>(1)</a:t>
            </a:r>
            <a:r>
              <a:rPr lang="en-US" sz="2148"/>
              <a:t> and </a:t>
            </a:r>
            <a:r>
              <a:rPr b="1" lang="en-US" sz="2148"/>
              <a:t>(2)</a:t>
            </a:r>
            <a:r>
              <a:rPr lang="en-US" sz="2148"/>
              <a:t> show the relationship between the reflectance of p-polarized and s-polarized light (R</a:t>
            </a:r>
            <a:r>
              <a:rPr baseline="-25000" lang="en-US" sz="2148"/>
              <a:t>p</a:t>
            </a:r>
            <a:r>
              <a:rPr lang="en-US" sz="2148"/>
              <a:t> and R</a:t>
            </a:r>
            <a:r>
              <a:rPr baseline="-25000" lang="en-US" sz="2148"/>
              <a:t>s</a:t>
            </a:r>
            <a:r>
              <a:rPr lang="en-US" sz="2148"/>
              <a:t>), the incident angle (𝜃), and the refractive index (</a:t>
            </a:r>
            <a:r>
              <a:rPr i="1" lang="en-US" sz="2148"/>
              <a:t>n</a:t>
            </a:r>
            <a:r>
              <a:rPr lang="en-US" sz="2148"/>
              <a:t>). Equation </a:t>
            </a:r>
            <a:r>
              <a:rPr b="1" lang="en-US" sz="2148"/>
              <a:t>(3)</a:t>
            </a:r>
            <a:r>
              <a:rPr lang="en-US" sz="2148"/>
              <a:t> describes the relationship between refractive index and </a:t>
            </a:r>
            <a:r>
              <a:rPr b="1" lang="en-US" sz="2148"/>
              <a:t>Brewster’s angle</a:t>
            </a:r>
            <a:r>
              <a:rPr lang="en-US" sz="2148"/>
              <a:t> (𝜃</a:t>
            </a:r>
            <a:r>
              <a:rPr baseline="-25000" lang="en-US" sz="2148"/>
              <a:t>B</a:t>
            </a:r>
            <a:r>
              <a:rPr lang="en-US" sz="2148"/>
              <a:t>), where Brewster’s angle is the incident angle at which the reflectance of p-polarized light is at a minimum. Equation </a:t>
            </a:r>
            <a:r>
              <a:rPr b="1" lang="en-US" sz="2148"/>
              <a:t>(4)</a:t>
            </a:r>
            <a:r>
              <a:rPr lang="en-US" sz="2148"/>
              <a:t> relates the refractive index of a prism to the angle of the prism (</a:t>
            </a:r>
            <a:r>
              <a:rPr i="1" lang="en-US" sz="2148"/>
              <a:t>A</a:t>
            </a:r>
            <a:r>
              <a:rPr lang="en-US" sz="2148"/>
              <a:t>), and the </a:t>
            </a:r>
            <a:r>
              <a:rPr b="1" lang="en-US" sz="2148"/>
              <a:t>angle of minimum deviation</a:t>
            </a:r>
            <a:r>
              <a:rPr lang="en-US" sz="2148"/>
              <a:t> (𝛿</a:t>
            </a:r>
            <a:r>
              <a:rPr baseline="-25000" lang="en-US" sz="2148"/>
              <a:t>m</a:t>
            </a:r>
            <a:r>
              <a:rPr lang="en-US" sz="2148"/>
              <a:t>), which is the angle where the refracted beam deviates least relative to the incident beam. Equation </a:t>
            </a:r>
            <a:r>
              <a:rPr b="1" lang="en-US" sz="2148"/>
              <a:t>(5)</a:t>
            </a:r>
            <a:r>
              <a:rPr lang="en-US" sz="2148"/>
              <a:t> shows the dependence of the deviation angle (𝛿) on the incident angle, refractive index, and angle of the prism. Recent additions to research introduce the </a:t>
            </a:r>
            <a:r>
              <a:rPr b="1" lang="en-US" sz="2148"/>
              <a:t>Rotating Analyzer Ellipsometry</a:t>
            </a:r>
            <a:r>
              <a:rPr lang="en-US" sz="2148"/>
              <a:t> (RAE) method. Equations </a:t>
            </a:r>
            <a:r>
              <a:rPr b="1" lang="en-US" sz="2148"/>
              <a:t>(6)</a:t>
            </a:r>
            <a:r>
              <a:rPr lang="en-US" sz="2148"/>
              <a:t> through </a:t>
            </a:r>
            <a:r>
              <a:rPr b="1" lang="en-US" sz="2148"/>
              <a:t>(10)</a:t>
            </a:r>
            <a:r>
              <a:rPr lang="en-US" sz="2148"/>
              <a:t> model RAE through calculating the parameters 𝛹 (Psi) and 𝛥 (Delta) from incident angle and intensity, which are then used to solve for the refractive index. </a:t>
            </a:r>
            <a:endParaRPr sz="2148"/>
          </a:p>
          <a:p>
            <a:pPr indent="0" lvl="0" marL="0" rtl="0" algn="just">
              <a:lnSpc>
                <a:spcPct val="115000"/>
              </a:lnSpc>
              <a:spcBef>
                <a:spcPts val="0"/>
              </a:spcBef>
              <a:spcAft>
                <a:spcPts val="0"/>
              </a:spcAft>
              <a:buClr>
                <a:schemeClr val="dk1"/>
              </a:buClr>
              <a:buSzPts val="985"/>
              <a:buFont typeface="Arial"/>
              <a:buNone/>
            </a:pPr>
            <a:r>
              <a:rPr lang="en-US" sz="2148"/>
              <a:t>     </a:t>
            </a:r>
            <a:endParaRPr sz="2148"/>
          </a:p>
          <a:p>
            <a:pPr indent="0" lvl="0" marL="0" rtl="0" algn="just">
              <a:lnSpc>
                <a:spcPct val="115000"/>
              </a:lnSpc>
              <a:spcBef>
                <a:spcPts val="0"/>
              </a:spcBef>
              <a:spcAft>
                <a:spcPts val="0"/>
              </a:spcAft>
              <a:buClr>
                <a:schemeClr val="dk1"/>
              </a:buClr>
              <a:buSzPts val="985"/>
              <a:buFont typeface="Arial"/>
              <a:buNone/>
            </a:pPr>
            <a:r>
              <a:rPr lang="en-US" sz="2148"/>
              <a:t>As seen in Figure </a:t>
            </a:r>
            <a:r>
              <a:rPr b="1" lang="en-US" sz="2148"/>
              <a:t>(f)</a:t>
            </a:r>
            <a:r>
              <a:rPr lang="en-US" sz="2148"/>
              <a:t>, our results support that the method of calculating the refractive index of a prism by finding the angle of minimum deviation and using Equation </a:t>
            </a:r>
            <a:r>
              <a:rPr b="1" lang="en-US" sz="2148"/>
              <a:t>(4)</a:t>
            </a:r>
            <a:r>
              <a:rPr lang="en-US" sz="2148"/>
              <a:t> is comparatively more accurate and precise, showing excellent agreement with the Sellmeier fit. </a:t>
            </a:r>
            <a:r>
              <a:rPr b="1" lang="en-US" sz="2148"/>
              <a:t>The Sellmeier equation</a:t>
            </a:r>
            <a:r>
              <a:rPr lang="en-US" sz="2148"/>
              <a:t> shows the dispersion of the refractive index with respect to wavelength. Figure </a:t>
            </a:r>
            <a:r>
              <a:rPr b="1" lang="en-US" sz="2148"/>
              <a:t>(h)</a:t>
            </a:r>
            <a:r>
              <a:rPr lang="en-US" sz="2148"/>
              <a:t> displays the measurements for s- and p-polarized light as well as the theoretical reflectance curves for a 520 nm beam using Equations </a:t>
            </a:r>
            <a:r>
              <a:rPr b="1" lang="en-US" sz="2148"/>
              <a:t>(1)</a:t>
            </a:r>
            <a:r>
              <a:rPr lang="en-US" sz="2148"/>
              <a:t> and </a:t>
            </a:r>
            <a:r>
              <a:rPr b="1" lang="en-US" sz="2148"/>
              <a:t>(2)</a:t>
            </a:r>
            <a:r>
              <a:rPr lang="en-US" sz="2148"/>
              <a:t> as well as the effect of a slight inclusion of s-polarized light at Brewster’s angle</a:t>
            </a:r>
            <a:r>
              <a:rPr lang="en-US" sz="2148"/>
              <a:t>, a</a:t>
            </a:r>
            <a:r>
              <a:rPr lang="en-US" sz="2148">
                <a:extLst>
                  <a:ext uri="http://customooxmlschemas.google.com/">
                    <go:slidesCustomData xmlns:go="http://customooxmlschemas.google.com/" textRoundtripDataId="0"/>
                  </a:ext>
                </a:extLst>
              </a:rPr>
              <a:t>nd therefore refra</a:t>
            </a:r>
            <a:r>
              <a:rPr lang="en-US" sz="2148"/>
              <a:t>ctive index</a:t>
            </a:r>
            <a:r>
              <a:rPr lang="en-US" sz="2148"/>
              <a:t>. Our results show a ~ 0.5% s-polarization component in the laser when p-polarized, which is near the extinction coefficient of the polarizer. This can explain the refractive index difference, as illustrated in Figure </a:t>
            </a:r>
            <a:r>
              <a:rPr b="1" lang="en-US" sz="2148"/>
              <a:t>(g)</a:t>
            </a:r>
            <a:r>
              <a:rPr lang="en-US" sz="2148"/>
              <a:t>. Figure </a:t>
            </a:r>
            <a:r>
              <a:rPr b="1" lang="en-US" sz="2148"/>
              <a:t>(e)</a:t>
            </a:r>
            <a:r>
              <a:rPr lang="en-US" sz="2148"/>
              <a:t> shows the measured values for deviation angle for each wavelength of the laser and curve fits that were found with MATLAB using Equation </a:t>
            </a:r>
            <a:r>
              <a:rPr b="1" lang="en-US" sz="2148"/>
              <a:t>(5)</a:t>
            </a:r>
            <a:r>
              <a:rPr lang="en-US" sz="2148"/>
              <a:t>; however, a systematic error causing consistently lower minimum deviation curve fits is still being investigated.</a:t>
            </a:r>
            <a:endParaRPr sz="2148"/>
          </a:p>
          <a:p>
            <a:pPr indent="0" lvl="0" marL="0" rtl="0" algn="just">
              <a:lnSpc>
                <a:spcPct val="115000"/>
              </a:lnSpc>
              <a:spcBef>
                <a:spcPts val="0"/>
              </a:spcBef>
              <a:spcAft>
                <a:spcPts val="0"/>
              </a:spcAft>
              <a:buClr>
                <a:schemeClr val="dk1"/>
              </a:buClr>
              <a:buSzPts val="985"/>
              <a:buFont typeface="Arial"/>
              <a:buNone/>
            </a:pPr>
            <a:r>
              <a:rPr lang="en-US" sz="2148"/>
              <a:t>     </a:t>
            </a:r>
            <a:endParaRPr sz="2148"/>
          </a:p>
          <a:p>
            <a:pPr indent="0" lvl="0" marL="0" rtl="0" algn="just">
              <a:lnSpc>
                <a:spcPct val="115000"/>
              </a:lnSpc>
              <a:spcBef>
                <a:spcPts val="0"/>
              </a:spcBef>
              <a:spcAft>
                <a:spcPts val="0"/>
              </a:spcAft>
              <a:buClr>
                <a:schemeClr val="dk1"/>
              </a:buClr>
              <a:buSzPts val="985"/>
              <a:buFont typeface="Arial"/>
              <a:buNone/>
            </a:pPr>
            <a:r>
              <a:rPr lang="en-US" sz="2148"/>
              <a:t>The newly explored RAE method was found to be a viable but less accurate and extremely sensitive method. Comparing the index of refraction (n) values solved using our collected RAE data with the Sellmeier values shows considerable percentage errors:</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t/>
            </a:r>
            <a:endParaRPr sz="2148"/>
          </a:p>
          <a:p>
            <a:pPr indent="0" lvl="0" marL="0" rtl="0" algn="just">
              <a:lnSpc>
                <a:spcPct val="115000"/>
              </a:lnSpc>
              <a:spcBef>
                <a:spcPts val="0"/>
              </a:spcBef>
              <a:spcAft>
                <a:spcPts val="0"/>
              </a:spcAft>
              <a:buClr>
                <a:schemeClr val="dk1"/>
              </a:buClr>
              <a:buSzPts val="985"/>
              <a:buFont typeface="Arial"/>
              <a:buNone/>
            </a:pPr>
            <a:r>
              <a:rPr lang="en-US" sz="2148"/>
              <a:t>Previous conclusions still hold regarding minimum deviation being the most accurate and precise method. Future work includes exploring the discrepancy between deviation angle and curve fit shown in Figure </a:t>
            </a:r>
            <a:r>
              <a:rPr b="1" lang="en-US" sz="2148"/>
              <a:t>(e)</a:t>
            </a:r>
            <a:r>
              <a:rPr lang="en-US" sz="2148"/>
              <a:t>, experimentally determining the minimum percentage of s-polarization in our setup, further characterizing the performance of RAE, and incorporating additional research into Total Internal Reflection (TIR).</a:t>
            </a:r>
            <a:endParaRPr sz="3581"/>
          </a:p>
        </p:txBody>
      </p:sp>
      <p:graphicFrame>
        <p:nvGraphicFramePr>
          <p:cNvPr id="109" name="Google Shape;109;g39de938f8a0_3_219"/>
          <p:cNvGraphicFramePr/>
          <p:nvPr/>
        </p:nvGraphicFramePr>
        <p:xfrm>
          <a:off x="14079975" y="28285695"/>
          <a:ext cx="3000000" cy="3000000"/>
        </p:xfrm>
        <a:graphic>
          <a:graphicData uri="http://schemas.openxmlformats.org/drawingml/2006/table">
            <a:tbl>
              <a:tblPr>
                <a:noFill/>
                <a:tableStyleId>{78C6E68D-31D0-4732-82F0-4F6CFFA09657}</a:tableStyleId>
              </a:tblPr>
              <a:tblGrid>
                <a:gridCol w="5687700"/>
                <a:gridCol w="5687700"/>
                <a:gridCol w="5687700"/>
                <a:gridCol w="5687700"/>
              </a:tblGrid>
              <a:tr h="468725">
                <a:tc gridSpan="4">
                  <a:txBody>
                    <a:bodyPr/>
                    <a:lstStyle/>
                    <a:p>
                      <a:pPr indent="0" lvl="0" marL="0" rtl="0" algn="ctr">
                        <a:spcBef>
                          <a:spcPts val="0"/>
                        </a:spcBef>
                        <a:spcAft>
                          <a:spcPts val="0"/>
                        </a:spcAft>
                        <a:buNone/>
                      </a:pPr>
                      <a:r>
                        <a:rPr lang="en-US" sz="3369">
                          <a:latin typeface="Calibri"/>
                          <a:ea typeface="Calibri"/>
                          <a:cs typeface="Calibri"/>
                          <a:sym typeface="Calibri"/>
                        </a:rPr>
                        <a:t>Comparison of Index of Refraction from Experimental Ellipsometry to Expected Values from Sellmeier Equation</a:t>
                      </a:r>
                      <a:endParaRPr sz="3369">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hMerge="1"/>
                <a:tc hMerge="1"/>
                <a:tc hMerge="1"/>
              </a:tr>
              <a:tr h="468725">
                <a:tc>
                  <a:txBody>
                    <a:bodyPr/>
                    <a:lstStyle/>
                    <a:p>
                      <a:pPr indent="0" lvl="0" marL="0" rtl="0" algn="ctr">
                        <a:spcBef>
                          <a:spcPts val="0"/>
                        </a:spcBef>
                        <a:spcAft>
                          <a:spcPts val="0"/>
                        </a:spcAft>
                        <a:buNone/>
                      </a:pPr>
                      <a:r>
                        <a:rPr b="1" lang="en-US" sz="2948">
                          <a:latin typeface="Calibri"/>
                          <a:ea typeface="Calibri"/>
                          <a:cs typeface="Calibri"/>
                          <a:sym typeface="Calibri"/>
                        </a:rPr>
                        <a:t>Wavelength (nm)</a:t>
                      </a:r>
                      <a:endParaRPr b="1" sz="2948">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b="1" i="1" lang="en-US" sz="2948">
                          <a:latin typeface="Calibri"/>
                          <a:ea typeface="Calibri"/>
                          <a:cs typeface="Calibri"/>
                          <a:sym typeface="Calibri"/>
                        </a:rPr>
                        <a:t>Excel</a:t>
                      </a:r>
                      <a:r>
                        <a:rPr b="1" lang="en-US" sz="2948">
                          <a:latin typeface="Calibri"/>
                          <a:ea typeface="Calibri"/>
                          <a:cs typeface="Calibri"/>
                          <a:sym typeface="Calibri"/>
                        </a:rPr>
                        <a:t> Solver n value</a:t>
                      </a:r>
                      <a:endParaRPr b="1" sz="2948">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b="1" lang="en-US" sz="2948">
                          <a:latin typeface="Calibri"/>
                          <a:ea typeface="Calibri"/>
                          <a:cs typeface="Calibri"/>
                          <a:sym typeface="Calibri"/>
                        </a:rPr>
                        <a:t>Sellmeier n value</a:t>
                      </a:r>
                      <a:endParaRPr b="1" sz="2948">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b="1" lang="en-US" sz="2948">
                          <a:latin typeface="Calibri"/>
                          <a:ea typeface="Calibri"/>
                          <a:cs typeface="Calibri"/>
                          <a:sym typeface="Calibri"/>
                        </a:rPr>
                        <a:t>% error n</a:t>
                      </a:r>
                      <a:endParaRPr b="1" sz="2948">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r>
              <a:tr h="468725">
                <a:tc>
                  <a:txBody>
                    <a:bodyPr/>
                    <a:lstStyle/>
                    <a:p>
                      <a:pPr indent="0" lvl="0" marL="0" rtl="0" algn="ctr">
                        <a:spcBef>
                          <a:spcPts val="0"/>
                        </a:spcBef>
                        <a:spcAft>
                          <a:spcPts val="0"/>
                        </a:spcAft>
                        <a:buNone/>
                      </a:pPr>
                      <a:r>
                        <a:rPr b="1" lang="en-US" sz="2807">
                          <a:latin typeface="Calibri"/>
                          <a:ea typeface="Calibri"/>
                          <a:cs typeface="Calibri"/>
                          <a:sym typeface="Calibri"/>
                        </a:rPr>
                        <a:t>445</a:t>
                      </a:r>
                      <a:endParaRPr b="1" sz="2807">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1.7037</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1.7583</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3.11</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r>
              <a:tr h="468725">
                <a:tc>
                  <a:txBody>
                    <a:bodyPr/>
                    <a:lstStyle/>
                    <a:p>
                      <a:pPr indent="0" lvl="0" marL="0" rtl="0" algn="ctr">
                        <a:spcBef>
                          <a:spcPts val="0"/>
                        </a:spcBef>
                        <a:spcAft>
                          <a:spcPts val="0"/>
                        </a:spcAft>
                        <a:buNone/>
                      </a:pPr>
                      <a:r>
                        <a:rPr b="1" lang="en-US" sz="2807">
                          <a:latin typeface="Calibri"/>
                          <a:ea typeface="Calibri"/>
                          <a:cs typeface="Calibri"/>
                          <a:sym typeface="Calibri"/>
                        </a:rPr>
                        <a:t>520</a:t>
                      </a:r>
                      <a:endParaRPr b="1" sz="2807">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1.7603</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1.7403</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1.15</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r>
              <a:tr h="334050">
                <a:tc>
                  <a:txBody>
                    <a:bodyPr/>
                    <a:lstStyle/>
                    <a:p>
                      <a:pPr indent="0" lvl="0" marL="0" rtl="0" algn="ctr">
                        <a:spcBef>
                          <a:spcPts val="0"/>
                        </a:spcBef>
                        <a:spcAft>
                          <a:spcPts val="0"/>
                        </a:spcAft>
                        <a:buNone/>
                      </a:pPr>
                      <a:r>
                        <a:rPr b="1" lang="en-US" sz="2807">
                          <a:latin typeface="Calibri"/>
                          <a:ea typeface="Calibri"/>
                          <a:cs typeface="Calibri"/>
                          <a:sym typeface="Calibri"/>
                        </a:rPr>
                        <a:t>685</a:t>
                      </a:r>
                      <a:endParaRPr b="1" sz="2807">
                        <a:latin typeface="Calibri"/>
                        <a:ea typeface="Calibri"/>
                        <a:cs typeface="Calibri"/>
                        <a:sym typeface="Calibri"/>
                      </a:endParaRPr>
                    </a:p>
                  </a:txBody>
                  <a:tcPr marT="44575" marB="44575" marR="44450" marL="44450">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1.6609</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1.7188</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c>
                  <a:txBody>
                    <a:bodyPr/>
                    <a:lstStyle/>
                    <a:p>
                      <a:pPr indent="0" lvl="0" marL="0" rtl="0" algn="ctr">
                        <a:spcBef>
                          <a:spcPts val="0"/>
                        </a:spcBef>
                        <a:spcAft>
                          <a:spcPts val="0"/>
                        </a:spcAft>
                        <a:buNone/>
                      </a:pPr>
                      <a:r>
                        <a:rPr lang="en-US" sz="2807">
                          <a:latin typeface="Calibri"/>
                          <a:ea typeface="Calibri"/>
                          <a:cs typeface="Calibri"/>
                          <a:sym typeface="Calibri"/>
                        </a:rPr>
                        <a:t>3.37</a:t>
                      </a:r>
                      <a:endParaRPr sz="2807">
                        <a:latin typeface="Calibri"/>
                        <a:ea typeface="Calibri"/>
                        <a:cs typeface="Calibri"/>
                        <a:sym typeface="Calibri"/>
                      </a:endParaRPr>
                    </a:p>
                  </a:txBody>
                  <a:tcPr marT="8925" marB="44575" marR="8900" marL="8900" anchor="ctr">
                    <a:lnL cap="flat" cmpd="sng" w="53400">
                      <a:solidFill>
                        <a:srgbClr val="888888"/>
                      </a:solidFill>
                      <a:prstDash val="solid"/>
                      <a:round/>
                      <a:headEnd len="sm" w="sm" type="none"/>
                      <a:tailEnd len="sm" w="sm" type="none"/>
                    </a:lnL>
                    <a:lnR cap="flat" cmpd="sng" w="53400">
                      <a:solidFill>
                        <a:srgbClr val="888888"/>
                      </a:solidFill>
                      <a:prstDash val="solid"/>
                      <a:round/>
                      <a:headEnd len="sm" w="sm" type="none"/>
                      <a:tailEnd len="sm" w="sm" type="none"/>
                    </a:lnR>
                    <a:lnT cap="flat" cmpd="sng" w="53400">
                      <a:solidFill>
                        <a:srgbClr val="888888"/>
                      </a:solidFill>
                      <a:prstDash val="solid"/>
                      <a:round/>
                      <a:headEnd len="sm" w="sm" type="none"/>
                      <a:tailEnd len="sm" w="sm" type="none"/>
                    </a:lnT>
                    <a:lnB cap="flat" cmpd="sng" w="53400">
                      <a:solidFill>
                        <a:srgbClr val="888888"/>
                      </a:solidFill>
                      <a:prstDash val="solid"/>
                      <a:round/>
                      <a:headEnd len="sm" w="sm" type="none"/>
                      <a:tailEnd len="sm" w="sm" type="none"/>
                    </a:lnB>
                  </a:tcPr>
                </a:tc>
              </a:tr>
            </a:tbl>
          </a:graphicData>
        </a:graphic>
      </p:graphicFrame>
      <p:pic>
        <p:nvPicPr>
          <p:cNvPr id="110" name="Google Shape;110;g39de938f8a0_3_219" title="Screenshot 2025-10-28 at 2.21.24 PM.png"/>
          <p:cNvPicPr preferRelativeResize="0"/>
          <p:nvPr/>
        </p:nvPicPr>
        <p:blipFill rotWithShape="1">
          <a:blip r:embed="rId9">
            <a:alphaModFix/>
          </a:blip>
          <a:srcRect b="36315" l="34554" r="22942" t="52112"/>
          <a:stretch/>
        </p:blipFill>
        <p:spPr>
          <a:xfrm>
            <a:off x="32596601" y="19875570"/>
            <a:ext cx="4689480" cy="829129"/>
          </a:xfrm>
          <a:prstGeom prst="rect">
            <a:avLst/>
          </a:prstGeom>
          <a:noFill/>
          <a:ln>
            <a:noFill/>
          </a:ln>
        </p:spPr>
      </p:pic>
      <p:pic>
        <p:nvPicPr>
          <p:cNvPr id="111" name="Google Shape;111;g39de938f8a0_3_219" title="Screenshot 2025-10-28 at 2.21.24 PM.png"/>
          <p:cNvPicPr preferRelativeResize="0"/>
          <p:nvPr/>
        </p:nvPicPr>
        <p:blipFill rotWithShape="1">
          <a:blip r:embed="rId9">
            <a:alphaModFix/>
          </a:blip>
          <a:srcRect b="65909" l="34617" r="22912" t="22665"/>
          <a:stretch/>
        </p:blipFill>
        <p:spPr>
          <a:xfrm>
            <a:off x="32568175" y="19049425"/>
            <a:ext cx="4746358" cy="829125"/>
          </a:xfrm>
          <a:prstGeom prst="rect">
            <a:avLst/>
          </a:prstGeom>
          <a:noFill/>
          <a:ln>
            <a:noFill/>
          </a:ln>
        </p:spPr>
      </p:pic>
      <p:pic>
        <p:nvPicPr>
          <p:cNvPr id="112" name="Google Shape;112;g39de938f8a0_3_219" title="Screenshot 2025-10-28 at 9.46.34 AM.png"/>
          <p:cNvPicPr preferRelativeResize="0"/>
          <p:nvPr/>
        </p:nvPicPr>
        <p:blipFill rotWithShape="1">
          <a:blip r:embed="rId10">
            <a:alphaModFix/>
          </a:blip>
          <a:srcRect b="66705" l="42422" r="34359" t="23010"/>
          <a:stretch/>
        </p:blipFill>
        <p:spPr>
          <a:xfrm>
            <a:off x="26520701" y="5550625"/>
            <a:ext cx="2040274" cy="679949"/>
          </a:xfrm>
          <a:prstGeom prst="rect">
            <a:avLst/>
          </a:prstGeom>
          <a:noFill/>
          <a:ln cap="flat" cmpd="sng" w="28575">
            <a:solidFill>
              <a:srgbClr val="C41E3A"/>
            </a:solidFill>
            <a:prstDash val="dot"/>
            <a:round/>
            <a:headEnd len="sm" w="sm" type="none"/>
            <a:tailEnd len="sm" w="sm" type="none"/>
          </a:ln>
        </p:spPr>
      </p:pic>
      <p:pic>
        <p:nvPicPr>
          <p:cNvPr id="113" name="Google Shape;113;g39de938f8a0_3_219" title="Screenshot 2025-10-28 at 9.46.34 AM.png"/>
          <p:cNvPicPr preferRelativeResize="0"/>
          <p:nvPr/>
        </p:nvPicPr>
        <p:blipFill rotWithShape="1">
          <a:blip r:embed="rId10">
            <a:alphaModFix/>
          </a:blip>
          <a:srcRect b="69523" l="73957" r="23034" t="26131"/>
          <a:stretch/>
        </p:blipFill>
        <p:spPr>
          <a:xfrm>
            <a:off x="28103091" y="5625735"/>
            <a:ext cx="264351" cy="287280"/>
          </a:xfrm>
          <a:prstGeom prst="rect">
            <a:avLst/>
          </a:prstGeom>
          <a:noFill/>
          <a:ln>
            <a:noFill/>
          </a:ln>
        </p:spPr>
      </p:pic>
      <p:pic>
        <p:nvPicPr>
          <p:cNvPr id="114" name="Google Shape;114;g39de938f8a0_3_219" title="Screenshot 2025-10-28 at 9.46.34 AM.png"/>
          <p:cNvPicPr preferRelativeResize="0"/>
          <p:nvPr/>
        </p:nvPicPr>
        <p:blipFill rotWithShape="1">
          <a:blip r:embed="rId10">
            <a:alphaModFix/>
          </a:blip>
          <a:srcRect b="40726" l="23210" r="23161" t="52262"/>
          <a:stretch/>
        </p:blipFill>
        <p:spPr>
          <a:xfrm>
            <a:off x="24805051" y="10585842"/>
            <a:ext cx="5269770" cy="518401"/>
          </a:xfrm>
          <a:prstGeom prst="rect">
            <a:avLst/>
          </a:prstGeom>
          <a:noFill/>
          <a:ln>
            <a:noFill/>
          </a:ln>
        </p:spPr>
      </p:pic>
      <p:pic>
        <p:nvPicPr>
          <p:cNvPr id="115" name="Google Shape;115;g39de938f8a0_3_219" title="Screenshot 2025-10-28 at 9.46.53 AM.png"/>
          <p:cNvPicPr preferRelativeResize="0"/>
          <p:nvPr/>
        </p:nvPicPr>
        <p:blipFill rotWithShape="1">
          <a:blip r:embed="rId11">
            <a:alphaModFix/>
          </a:blip>
          <a:srcRect b="38707" l="31844" r="23132" t="51637"/>
          <a:stretch/>
        </p:blipFill>
        <p:spPr>
          <a:xfrm>
            <a:off x="13491532" y="20164795"/>
            <a:ext cx="5268132" cy="850026"/>
          </a:xfrm>
          <a:prstGeom prst="rect">
            <a:avLst/>
          </a:prstGeom>
          <a:noFill/>
          <a:ln>
            <a:noFill/>
          </a:ln>
        </p:spPr>
      </p:pic>
      <p:cxnSp>
        <p:nvCxnSpPr>
          <p:cNvPr id="116" name="Google Shape;116;g39de938f8a0_3_219"/>
          <p:cNvCxnSpPr>
            <a:endCxn id="105" idx="2"/>
          </p:cNvCxnSpPr>
          <p:nvPr/>
        </p:nvCxnSpPr>
        <p:spPr>
          <a:xfrm rot="10800000">
            <a:off x="24206813" y="9985644"/>
            <a:ext cx="588000" cy="864000"/>
          </a:xfrm>
          <a:prstGeom prst="straightConnector1">
            <a:avLst/>
          </a:prstGeom>
          <a:noFill/>
          <a:ln cap="flat" cmpd="sng" w="28575">
            <a:solidFill>
              <a:srgbClr val="C41E3A"/>
            </a:solidFill>
            <a:prstDash val="solid"/>
            <a:round/>
            <a:headEnd len="med" w="med" type="none"/>
            <a:tailEnd len="med" w="med" type="triangle"/>
          </a:ln>
        </p:spPr>
      </p:cxnSp>
      <p:grpSp>
        <p:nvGrpSpPr>
          <p:cNvPr id="117" name="Google Shape;117;g39de938f8a0_3_219"/>
          <p:cNvGrpSpPr/>
          <p:nvPr/>
        </p:nvGrpSpPr>
        <p:grpSpPr>
          <a:xfrm>
            <a:off x="19216378" y="20164795"/>
            <a:ext cx="7064812" cy="850024"/>
            <a:chOff x="20612700" y="260450"/>
            <a:chExt cx="10328672" cy="1242725"/>
          </a:xfrm>
        </p:grpSpPr>
        <p:pic>
          <p:nvPicPr>
            <p:cNvPr id="118" name="Google Shape;118;g39de938f8a0_3_219" title="Screenshot 2025-10-28 at 9.46.53 AM.png"/>
            <p:cNvPicPr preferRelativeResize="0"/>
            <p:nvPr/>
          </p:nvPicPr>
          <p:blipFill rotWithShape="1">
            <a:blip r:embed="rId11">
              <a:alphaModFix/>
            </a:blip>
            <a:srcRect b="77156" l="22219" r="22274" t="13189"/>
            <a:stretch/>
          </p:blipFill>
          <p:spPr>
            <a:xfrm>
              <a:off x="20612700" y="260450"/>
              <a:ext cx="9495224" cy="1242725"/>
            </a:xfrm>
            <a:prstGeom prst="rect">
              <a:avLst/>
            </a:prstGeom>
            <a:noFill/>
            <a:ln>
              <a:noFill/>
            </a:ln>
          </p:spPr>
        </p:pic>
        <p:pic>
          <p:nvPicPr>
            <p:cNvPr id="119" name="Google Shape;119;g39de938f8a0_3_219" title="Screenshot 2025-10-28 at 9.46.53 AM.png"/>
            <p:cNvPicPr preferRelativeResize="0"/>
            <p:nvPr/>
          </p:nvPicPr>
          <p:blipFill rotWithShape="1">
            <a:blip r:embed="rId11">
              <a:alphaModFix/>
            </a:blip>
            <a:srcRect b="73341" l="73963" r="23295" t="22770"/>
            <a:stretch/>
          </p:blipFill>
          <p:spPr>
            <a:xfrm>
              <a:off x="30472575" y="684625"/>
              <a:ext cx="468797" cy="500476"/>
            </a:xfrm>
            <a:prstGeom prst="rect">
              <a:avLst/>
            </a:prstGeom>
            <a:noFill/>
            <a:ln>
              <a:noFill/>
            </a:ln>
          </p:spPr>
        </p:pic>
      </p:grpSp>
      <p:pic>
        <p:nvPicPr>
          <p:cNvPr id="120" name="Google Shape;120;g39de938f8a0_3_219" title="Screenshot 2025-10-28 at 9.46.34 AM.png"/>
          <p:cNvPicPr preferRelativeResize="0"/>
          <p:nvPr/>
        </p:nvPicPr>
        <p:blipFill rotWithShape="1">
          <a:blip r:embed="rId10">
            <a:alphaModFix/>
          </a:blip>
          <a:srcRect b="7029" l="29001" r="23133" t="80004"/>
          <a:stretch/>
        </p:blipFill>
        <p:spPr>
          <a:xfrm>
            <a:off x="13518908" y="19168131"/>
            <a:ext cx="5060997" cy="903299"/>
          </a:xfrm>
          <a:prstGeom prst="rect">
            <a:avLst/>
          </a:prstGeom>
          <a:noFill/>
          <a:ln>
            <a:noFill/>
          </a:ln>
        </p:spPr>
      </p:pic>
      <p:pic>
        <p:nvPicPr>
          <p:cNvPr id="121" name="Google Shape;121;g39de938f8a0_3_219" title="Screenshot 2025-10-28 at 9.46.46 AM.png"/>
          <p:cNvPicPr preferRelativeResize="0"/>
          <p:nvPr/>
        </p:nvPicPr>
        <p:blipFill rotWithShape="1">
          <a:blip r:embed="rId12">
            <a:alphaModFix/>
          </a:blip>
          <a:srcRect b="48641" l="34436" r="23144" t="40194"/>
          <a:stretch/>
        </p:blipFill>
        <p:spPr>
          <a:xfrm>
            <a:off x="19197829" y="19196929"/>
            <a:ext cx="5035955" cy="903299"/>
          </a:xfrm>
          <a:prstGeom prst="rect">
            <a:avLst/>
          </a:prstGeom>
          <a:noFill/>
          <a:ln>
            <a:noFill/>
          </a:ln>
        </p:spPr>
      </p:pic>
      <p:pic>
        <p:nvPicPr>
          <p:cNvPr id="122" name="Google Shape;122;g39de938f8a0_3_219" title="Screenshot 2025-10-28 at 9.46.53 AM.png"/>
          <p:cNvPicPr preferRelativeResize="0"/>
          <p:nvPr/>
        </p:nvPicPr>
        <p:blipFill rotWithShape="1">
          <a:blip r:embed="rId11">
            <a:alphaModFix/>
          </a:blip>
          <a:srcRect b="5565" l="72599" r="23139" t="86712"/>
          <a:stretch/>
        </p:blipFill>
        <p:spPr>
          <a:xfrm>
            <a:off x="17090699" y="12793262"/>
            <a:ext cx="498601" cy="679926"/>
          </a:xfrm>
          <a:prstGeom prst="rect">
            <a:avLst/>
          </a:prstGeom>
          <a:noFill/>
          <a:ln>
            <a:noFill/>
          </a:ln>
        </p:spPr>
      </p:pic>
      <p:pic>
        <p:nvPicPr>
          <p:cNvPr id="123" name="Google Shape;123;g39de938f8a0_3_219"/>
          <p:cNvPicPr preferRelativeResize="0"/>
          <p:nvPr/>
        </p:nvPicPr>
        <p:blipFill rotWithShape="1">
          <a:blip r:embed="rId13">
            <a:alphaModFix/>
          </a:blip>
          <a:srcRect b="0" l="703" r="6720" t="3938"/>
          <a:stretch/>
        </p:blipFill>
        <p:spPr>
          <a:xfrm>
            <a:off x="18465500" y="12806584"/>
            <a:ext cx="5592350" cy="6253825"/>
          </a:xfrm>
          <a:prstGeom prst="rect">
            <a:avLst/>
          </a:prstGeom>
          <a:noFill/>
          <a:ln>
            <a:noFill/>
          </a:ln>
        </p:spPr>
      </p:pic>
      <p:grpSp>
        <p:nvGrpSpPr>
          <p:cNvPr id="124" name="Google Shape;124;g39de938f8a0_3_219"/>
          <p:cNvGrpSpPr/>
          <p:nvPr/>
        </p:nvGrpSpPr>
        <p:grpSpPr>
          <a:xfrm>
            <a:off x="23902997" y="11158020"/>
            <a:ext cx="6583201" cy="5560601"/>
            <a:chOff x="24148337" y="9619006"/>
            <a:chExt cx="6583201" cy="5560601"/>
          </a:xfrm>
        </p:grpSpPr>
        <p:grpSp>
          <p:nvGrpSpPr>
            <p:cNvPr id="125" name="Google Shape;125;g39de938f8a0_3_219"/>
            <p:cNvGrpSpPr/>
            <p:nvPr/>
          </p:nvGrpSpPr>
          <p:grpSpPr>
            <a:xfrm>
              <a:off x="24148337" y="9619006"/>
              <a:ext cx="6583201" cy="5560601"/>
              <a:chOff x="27558026" y="12735952"/>
              <a:chExt cx="7182980" cy="5767062"/>
            </a:xfrm>
          </p:grpSpPr>
          <p:pic>
            <p:nvPicPr>
              <p:cNvPr id="126" name="Google Shape;126;g39de938f8a0_3_219"/>
              <p:cNvPicPr preferRelativeResize="0"/>
              <p:nvPr/>
            </p:nvPicPr>
            <p:blipFill rotWithShape="1">
              <a:blip r:embed="rId14">
                <a:alphaModFix/>
              </a:blip>
              <a:srcRect b="0" l="0" r="6585" t="0"/>
              <a:stretch/>
            </p:blipFill>
            <p:spPr>
              <a:xfrm>
                <a:off x="27558026" y="12735952"/>
                <a:ext cx="7182980" cy="5767062"/>
              </a:xfrm>
              <a:prstGeom prst="rect">
                <a:avLst/>
              </a:prstGeom>
              <a:noFill/>
              <a:ln>
                <a:noFill/>
              </a:ln>
            </p:spPr>
          </p:pic>
          <p:cxnSp>
            <p:nvCxnSpPr>
              <p:cNvPr id="127" name="Google Shape;127;g39de938f8a0_3_219"/>
              <p:cNvCxnSpPr/>
              <p:nvPr/>
            </p:nvCxnSpPr>
            <p:spPr>
              <a:xfrm rot="10800000">
                <a:off x="29727925" y="14365808"/>
                <a:ext cx="0" cy="748500"/>
              </a:xfrm>
              <a:prstGeom prst="straightConnector1">
                <a:avLst/>
              </a:prstGeom>
              <a:noFill/>
              <a:ln cap="flat" cmpd="sng" w="22600">
                <a:solidFill>
                  <a:schemeClr val="dk1"/>
                </a:solidFill>
                <a:prstDash val="dot"/>
                <a:round/>
                <a:headEnd len="sm" w="sm" type="none"/>
                <a:tailEnd len="med" w="med" type="triangle"/>
              </a:ln>
            </p:spPr>
          </p:cxnSp>
          <p:cxnSp>
            <p:nvCxnSpPr>
              <p:cNvPr id="128" name="Google Shape;128;g39de938f8a0_3_219"/>
              <p:cNvCxnSpPr>
                <a:stCxn id="129" idx="0"/>
              </p:cNvCxnSpPr>
              <p:nvPr/>
            </p:nvCxnSpPr>
            <p:spPr>
              <a:xfrm rot="10800000">
                <a:off x="29728137" y="14365769"/>
                <a:ext cx="481200" cy="1138800"/>
              </a:xfrm>
              <a:prstGeom prst="straightConnector1">
                <a:avLst/>
              </a:prstGeom>
              <a:noFill/>
              <a:ln cap="flat" cmpd="sng" w="9100">
                <a:solidFill>
                  <a:schemeClr val="dk1"/>
                </a:solidFill>
                <a:prstDash val="solid"/>
                <a:round/>
                <a:headEnd len="sm" w="sm" type="none"/>
                <a:tailEnd len="sm" w="sm" type="none"/>
              </a:ln>
            </p:spPr>
          </p:cxnSp>
          <p:sp>
            <p:nvSpPr>
              <p:cNvPr id="129" name="Google Shape;129;g39de938f8a0_3_219"/>
              <p:cNvSpPr txBox="1"/>
              <p:nvPr/>
            </p:nvSpPr>
            <p:spPr>
              <a:xfrm>
                <a:off x="29656137" y="15504569"/>
                <a:ext cx="1106400" cy="295800"/>
              </a:xfrm>
              <a:prstGeom prst="rect">
                <a:avLst/>
              </a:prstGeom>
              <a:solidFill>
                <a:schemeClr val="lt1"/>
              </a:solidFill>
              <a:ln cap="flat" cmpd="sng" w="6800">
                <a:solidFill>
                  <a:schemeClr val="dk1"/>
                </a:solidFill>
                <a:prstDash val="solid"/>
                <a:round/>
                <a:headEnd len="sm" w="sm" type="none"/>
                <a:tailEnd len="sm" w="sm" type="none"/>
              </a:ln>
            </p:spPr>
            <p:txBody>
              <a:bodyPr anchorCtr="0" anchor="t" bIns="32600" lIns="65200" spcFirstLastPara="1" rIns="65200" wrap="square" tIns="32600">
                <a:spAutoFit/>
              </a:bodyPr>
              <a:lstStyle/>
              <a:p>
                <a:pPr indent="0" lvl="0" marL="0" marR="0" rtl="0" algn="ctr">
                  <a:spcBef>
                    <a:spcPts val="0"/>
                  </a:spcBef>
                  <a:spcAft>
                    <a:spcPts val="0"/>
                  </a:spcAft>
                  <a:buNone/>
                </a:pPr>
                <a:r>
                  <a:rPr lang="en-US" sz="1425">
                    <a:solidFill>
                      <a:schemeClr val="dk1"/>
                    </a:solidFill>
                    <a:latin typeface="Calibri"/>
                    <a:ea typeface="Calibri"/>
                    <a:cs typeface="Calibri"/>
                    <a:sym typeface="Calibri"/>
                  </a:rPr>
                  <a:t>0.7% s-pol.</a:t>
                </a:r>
                <a:endParaRPr sz="998"/>
              </a:p>
            </p:txBody>
          </p:sp>
          <p:pic>
            <p:nvPicPr>
              <p:cNvPr id="130" name="Google Shape;130;g39de938f8a0_3_219"/>
              <p:cNvPicPr preferRelativeResize="0"/>
              <p:nvPr/>
            </p:nvPicPr>
            <p:blipFill rotWithShape="1">
              <a:blip r:embed="rId15">
                <a:alphaModFix/>
              </a:blip>
              <a:srcRect b="0" l="0" r="0" t="0"/>
              <a:stretch/>
            </p:blipFill>
            <p:spPr>
              <a:xfrm>
                <a:off x="31227499" y="13313133"/>
                <a:ext cx="2850019" cy="2137514"/>
              </a:xfrm>
              <a:prstGeom prst="rect">
                <a:avLst/>
              </a:prstGeom>
              <a:noFill/>
              <a:ln>
                <a:noFill/>
              </a:ln>
            </p:spPr>
          </p:pic>
          <p:cxnSp>
            <p:nvCxnSpPr>
              <p:cNvPr id="131" name="Google Shape;131;g39de938f8a0_3_219"/>
              <p:cNvCxnSpPr/>
              <p:nvPr/>
            </p:nvCxnSpPr>
            <p:spPr>
              <a:xfrm rot="10800000">
                <a:off x="28979053" y="13472426"/>
                <a:ext cx="0" cy="645300"/>
              </a:xfrm>
              <a:prstGeom prst="straightConnector1">
                <a:avLst/>
              </a:prstGeom>
              <a:noFill/>
              <a:ln cap="flat" cmpd="sng" w="22600">
                <a:solidFill>
                  <a:schemeClr val="dk1"/>
                </a:solidFill>
                <a:prstDash val="dot"/>
                <a:round/>
                <a:headEnd len="sm" w="sm" type="none"/>
                <a:tailEnd len="med" w="med" type="triangle"/>
              </a:ln>
            </p:spPr>
          </p:cxnSp>
          <p:cxnSp>
            <p:nvCxnSpPr>
              <p:cNvPr id="132" name="Google Shape;132;g39de938f8a0_3_219"/>
              <p:cNvCxnSpPr>
                <a:endCxn id="133" idx="0"/>
              </p:cNvCxnSpPr>
              <p:nvPr/>
            </p:nvCxnSpPr>
            <p:spPr>
              <a:xfrm>
                <a:off x="28998997" y="13470774"/>
                <a:ext cx="291000" cy="1022700"/>
              </a:xfrm>
              <a:prstGeom prst="straightConnector1">
                <a:avLst/>
              </a:prstGeom>
              <a:noFill/>
              <a:ln cap="flat" cmpd="sng" w="9100">
                <a:solidFill>
                  <a:schemeClr val="dk1"/>
                </a:solidFill>
                <a:prstDash val="solid"/>
                <a:round/>
                <a:headEnd len="sm" w="sm" type="none"/>
                <a:tailEnd len="sm" w="sm" type="none"/>
              </a:ln>
            </p:spPr>
          </p:cxnSp>
          <p:sp>
            <p:nvSpPr>
              <p:cNvPr id="133" name="Google Shape;133;g39de938f8a0_3_219"/>
              <p:cNvSpPr txBox="1"/>
              <p:nvPr/>
            </p:nvSpPr>
            <p:spPr>
              <a:xfrm>
                <a:off x="28942597" y="14493474"/>
                <a:ext cx="694800" cy="523500"/>
              </a:xfrm>
              <a:prstGeom prst="rect">
                <a:avLst/>
              </a:prstGeom>
              <a:solidFill>
                <a:schemeClr val="lt1"/>
              </a:solidFill>
              <a:ln cap="flat" cmpd="sng" w="6800">
                <a:solidFill>
                  <a:schemeClr val="dk1"/>
                </a:solidFill>
                <a:prstDash val="solid"/>
                <a:round/>
                <a:headEnd len="sm" w="sm" type="none"/>
                <a:tailEnd len="sm" w="sm" type="none"/>
              </a:ln>
            </p:spPr>
            <p:txBody>
              <a:bodyPr anchorCtr="0" anchor="t" bIns="32600" lIns="65200" spcFirstLastPara="1" rIns="65200" wrap="square" tIns="32600">
                <a:spAutoFit/>
              </a:bodyPr>
              <a:lstStyle/>
              <a:p>
                <a:pPr indent="0" lvl="0" marL="0" marR="0" rtl="0" algn="ctr">
                  <a:spcBef>
                    <a:spcPts val="0"/>
                  </a:spcBef>
                  <a:spcAft>
                    <a:spcPts val="0"/>
                  </a:spcAft>
                  <a:buNone/>
                </a:pPr>
                <a:r>
                  <a:rPr lang="en-US" sz="1425">
                    <a:solidFill>
                      <a:schemeClr val="dk1"/>
                    </a:solidFill>
                    <a:latin typeface="Calibri"/>
                    <a:ea typeface="Calibri"/>
                    <a:cs typeface="Calibri"/>
                    <a:sym typeface="Calibri"/>
                  </a:rPr>
                  <a:t>0.7%</a:t>
                </a:r>
                <a:endParaRPr sz="998"/>
              </a:p>
              <a:p>
                <a:pPr indent="0" lvl="0" marL="0" marR="0" rtl="0" algn="ctr">
                  <a:spcBef>
                    <a:spcPts val="0"/>
                  </a:spcBef>
                  <a:spcAft>
                    <a:spcPts val="0"/>
                  </a:spcAft>
                  <a:buNone/>
                </a:pPr>
                <a:r>
                  <a:rPr lang="en-US" sz="1425">
                    <a:solidFill>
                      <a:schemeClr val="dk1"/>
                    </a:solidFill>
                    <a:latin typeface="Calibri"/>
                    <a:ea typeface="Calibri"/>
                    <a:cs typeface="Calibri"/>
                    <a:sym typeface="Calibri"/>
                  </a:rPr>
                  <a:t> s-pol.</a:t>
                </a:r>
                <a:endParaRPr sz="998"/>
              </a:p>
            </p:txBody>
          </p:sp>
          <p:cxnSp>
            <p:nvCxnSpPr>
              <p:cNvPr id="134" name="Google Shape;134;g39de938f8a0_3_219"/>
              <p:cNvCxnSpPr/>
              <p:nvPr/>
            </p:nvCxnSpPr>
            <p:spPr>
              <a:xfrm rot="10800000">
                <a:off x="30999449" y="15386916"/>
                <a:ext cx="0" cy="595800"/>
              </a:xfrm>
              <a:prstGeom prst="straightConnector1">
                <a:avLst/>
              </a:prstGeom>
              <a:noFill/>
              <a:ln cap="flat" cmpd="sng" w="22600">
                <a:solidFill>
                  <a:schemeClr val="dk1"/>
                </a:solidFill>
                <a:prstDash val="dot"/>
                <a:round/>
                <a:headEnd len="sm" w="sm" type="none"/>
                <a:tailEnd len="med" w="med" type="triangle"/>
              </a:ln>
            </p:spPr>
          </p:cxnSp>
          <p:cxnSp>
            <p:nvCxnSpPr>
              <p:cNvPr id="135" name="Google Shape;135;g39de938f8a0_3_219"/>
              <p:cNvCxnSpPr>
                <a:stCxn id="136" idx="0"/>
              </p:cNvCxnSpPr>
              <p:nvPr/>
            </p:nvCxnSpPr>
            <p:spPr>
              <a:xfrm rot="10800000">
                <a:off x="30999217" y="15386653"/>
                <a:ext cx="807300" cy="759900"/>
              </a:xfrm>
              <a:prstGeom prst="straightConnector1">
                <a:avLst/>
              </a:prstGeom>
              <a:noFill/>
              <a:ln cap="flat" cmpd="sng" w="9100">
                <a:solidFill>
                  <a:schemeClr val="dk1"/>
                </a:solidFill>
                <a:prstDash val="solid"/>
                <a:round/>
                <a:headEnd len="sm" w="sm" type="none"/>
                <a:tailEnd len="sm" w="sm" type="none"/>
              </a:ln>
            </p:spPr>
          </p:cxnSp>
          <p:sp>
            <p:nvSpPr>
              <p:cNvPr id="136" name="Google Shape;136;g39de938f8a0_3_219"/>
              <p:cNvSpPr txBox="1"/>
              <p:nvPr/>
            </p:nvSpPr>
            <p:spPr>
              <a:xfrm>
                <a:off x="31253317" y="16146553"/>
                <a:ext cx="1106400" cy="295800"/>
              </a:xfrm>
              <a:prstGeom prst="rect">
                <a:avLst/>
              </a:prstGeom>
              <a:solidFill>
                <a:schemeClr val="lt1"/>
              </a:solidFill>
              <a:ln cap="flat" cmpd="sng" w="6800">
                <a:solidFill>
                  <a:schemeClr val="dk1"/>
                </a:solidFill>
                <a:prstDash val="solid"/>
                <a:round/>
                <a:headEnd len="sm" w="sm" type="none"/>
                <a:tailEnd len="sm" w="sm" type="none"/>
              </a:ln>
            </p:spPr>
            <p:txBody>
              <a:bodyPr anchorCtr="0" anchor="t" bIns="32600" lIns="65200" spcFirstLastPara="1" rIns="65200" wrap="square" tIns="32600">
                <a:spAutoFit/>
              </a:bodyPr>
              <a:lstStyle/>
              <a:p>
                <a:pPr indent="0" lvl="0" marL="0" marR="0" rtl="0" algn="ctr">
                  <a:spcBef>
                    <a:spcPts val="0"/>
                  </a:spcBef>
                  <a:spcAft>
                    <a:spcPts val="0"/>
                  </a:spcAft>
                  <a:buNone/>
                </a:pPr>
                <a:r>
                  <a:rPr lang="en-US" sz="1425">
                    <a:solidFill>
                      <a:schemeClr val="dk1"/>
                    </a:solidFill>
                    <a:latin typeface="Calibri"/>
                    <a:ea typeface="Calibri"/>
                    <a:cs typeface="Calibri"/>
                    <a:sym typeface="Calibri"/>
                  </a:rPr>
                  <a:t>0.6% s-pol.</a:t>
                </a:r>
                <a:endParaRPr sz="998"/>
              </a:p>
            </p:txBody>
          </p:sp>
          <p:cxnSp>
            <p:nvCxnSpPr>
              <p:cNvPr id="137" name="Google Shape;137;g39de938f8a0_3_219"/>
              <p:cNvCxnSpPr/>
              <p:nvPr/>
            </p:nvCxnSpPr>
            <p:spPr>
              <a:xfrm rot="10800000">
                <a:off x="33296667" y="16344056"/>
                <a:ext cx="0" cy="404400"/>
              </a:xfrm>
              <a:prstGeom prst="straightConnector1">
                <a:avLst/>
              </a:prstGeom>
              <a:noFill/>
              <a:ln cap="flat" cmpd="sng" w="22600">
                <a:solidFill>
                  <a:schemeClr val="dk1"/>
                </a:solidFill>
                <a:prstDash val="dot"/>
                <a:round/>
                <a:headEnd len="sm" w="sm" type="none"/>
                <a:tailEnd len="med" w="med" type="triangle"/>
              </a:ln>
            </p:spPr>
          </p:cxnSp>
          <p:sp>
            <p:nvSpPr>
              <p:cNvPr id="138" name="Google Shape;138;g39de938f8a0_3_219"/>
              <p:cNvSpPr txBox="1"/>
              <p:nvPr/>
            </p:nvSpPr>
            <p:spPr>
              <a:xfrm>
                <a:off x="31944090" y="16618959"/>
                <a:ext cx="1106400" cy="295800"/>
              </a:xfrm>
              <a:prstGeom prst="rect">
                <a:avLst/>
              </a:prstGeom>
              <a:solidFill>
                <a:schemeClr val="lt1"/>
              </a:solidFill>
              <a:ln cap="flat" cmpd="sng" w="6800">
                <a:solidFill>
                  <a:schemeClr val="dk1"/>
                </a:solidFill>
                <a:prstDash val="solid"/>
                <a:round/>
                <a:headEnd len="sm" w="sm" type="none"/>
                <a:tailEnd len="sm" w="sm" type="none"/>
              </a:ln>
            </p:spPr>
            <p:txBody>
              <a:bodyPr anchorCtr="0" anchor="t" bIns="32600" lIns="65200" spcFirstLastPara="1" rIns="65200" wrap="square" tIns="32600">
                <a:spAutoFit/>
              </a:bodyPr>
              <a:lstStyle/>
              <a:p>
                <a:pPr indent="0" lvl="0" marL="0" marR="0" rtl="0" algn="ctr">
                  <a:spcBef>
                    <a:spcPts val="0"/>
                  </a:spcBef>
                  <a:spcAft>
                    <a:spcPts val="0"/>
                  </a:spcAft>
                  <a:buNone/>
                </a:pPr>
                <a:r>
                  <a:rPr lang="en-US" sz="1425">
                    <a:solidFill>
                      <a:schemeClr val="dk1"/>
                    </a:solidFill>
                    <a:latin typeface="Calibri"/>
                    <a:ea typeface="Calibri"/>
                    <a:cs typeface="Calibri"/>
                    <a:sym typeface="Calibri"/>
                  </a:rPr>
                  <a:t>0.4% s-pol.</a:t>
                </a:r>
                <a:endParaRPr sz="998"/>
              </a:p>
            </p:txBody>
          </p:sp>
          <p:sp>
            <p:nvSpPr>
              <p:cNvPr id="139" name="Google Shape;139;g39de938f8a0_3_219"/>
              <p:cNvSpPr txBox="1"/>
              <p:nvPr/>
            </p:nvSpPr>
            <p:spPr>
              <a:xfrm>
                <a:off x="32743468" y="17108548"/>
                <a:ext cx="1106400" cy="295800"/>
              </a:xfrm>
              <a:prstGeom prst="rect">
                <a:avLst/>
              </a:prstGeom>
              <a:solidFill>
                <a:schemeClr val="lt1"/>
              </a:solidFill>
              <a:ln cap="flat" cmpd="sng" w="6800">
                <a:solidFill>
                  <a:schemeClr val="dk1"/>
                </a:solidFill>
                <a:prstDash val="solid"/>
                <a:round/>
                <a:headEnd len="sm" w="sm" type="none"/>
                <a:tailEnd len="sm" w="sm" type="none"/>
              </a:ln>
            </p:spPr>
            <p:txBody>
              <a:bodyPr anchorCtr="0" anchor="t" bIns="32600" lIns="65200" spcFirstLastPara="1" rIns="65200" wrap="square" tIns="32600">
                <a:spAutoFit/>
              </a:bodyPr>
              <a:lstStyle/>
              <a:p>
                <a:pPr indent="0" lvl="0" marL="0" marR="0" rtl="0" algn="ctr">
                  <a:spcBef>
                    <a:spcPts val="0"/>
                  </a:spcBef>
                  <a:spcAft>
                    <a:spcPts val="0"/>
                  </a:spcAft>
                  <a:buNone/>
                </a:pPr>
                <a:r>
                  <a:rPr lang="en-US" sz="1425">
                    <a:solidFill>
                      <a:schemeClr val="dk1"/>
                    </a:solidFill>
                    <a:latin typeface="Calibri"/>
                    <a:ea typeface="Calibri"/>
                    <a:cs typeface="Calibri"/>
                    <a:sym typeface="Calibri"/>
                  </a:rPr>
                  <a:t>0.5% s-pol.</a:t>
                </a:r>
                <a:endParaRPr sz="998"/>
              </a:p>
            </p:txBody>
          </p:sp>
          <p:cxnSp>
            <p:nvCxnSpPr>
              <p:cNvPr id="140" name="Google Shape;140;g39de938f8a0_3_219"/>
              <p:cNvCxnSpPr>
                <a:endCxn id="138" idx="0"/>
              </p:cNvCxnSpPr>
              <p:nvPr/>
            </p:nvCxnSpPr>
            <p:spPr>
              <a:xfrm flipH="1">
                <a:off x="32497290" y="16351359"/>
                <a:ext cx="799500" cy="267600"/>
              </a:xfrm>
              <a:prstGeom prst="straightConnector1">
                <a:avLst/>
              </a:prstGeom>
              <a:noFill/>
              <a:ln cap="flat" cmpd="sng" w="9100">
                <a:solidFill>
                  <a:schemeClr val="dk1"/>
                </a:solidFill>
                <a:prstDash val="solid"/>
                <a:round/>
                <a:headEnd len="sm" w="sm" type="none"/>
                <a:tailEnd len="sm" w="sm" type="none"/>
              </a:ln>
            </p:spPr>
          </p:cxnSp>
          <p:cxnSp>
            <p:nvCxnSpPr>
              <p:cNvPr id="141" name="Google Shape;141;g39de938f8a0_3_219"/>
              <p:cNvCxnSpPr/>
              <p:nvPr/>
            </p:nvCxnSpPr>
            <p:spPr>
              <a:xfrm rot="10800000">
                <a:off x="34138981" y="16578800"/>
                <a:ext cx="0" cy="459600"/>
              </a:xfrm>
              <a:prstGeom prst="straightConnector1">
                <a:avLst/>
              </a:prstGeom>
              <a:noFill/>
              <a:ln cap="flat" cmpd="sng" w="22600">
                <a:solidFill>
                  <a:schemeClr val="dk1"/>
                </a:solidFill>
                <a:prstDash val="dot"/>
                <a:round/>
                <a:headEnd len="sm" w="sm" type="none"/>
                <a:tailEnd len="med" w="med" type="triangle"/>
              </a:ln>
            </p:spPr>
          </p:cxnSp>
          <p:cxnSp>
            <p:nvCxnSpPr>
              <p:cNvPr id="142" name="Google Shape;142;g39de938f8a0_3_219"/>
              <p:cNvCxnSpPr>
                <a:endCxn id="139" idx="0"/>
              </p:cNvCxnSpPr>
              <p:nvPr/>
            </p:nvCxnSpPr>
            <p:spPr>
              <a:xfrm flipH="1">
                <a:off x="33296668" y="16574848"/>
                <a:ext cx="842400" cy="533700"/>
              </a:xfrm>
              <a:prstGeom prst="straightConnector1">
                <a:avLst/>
              </a:prstGeom>
              <a:noFill/>
              <a:ln cap="flat" cmpd="sng" w="9100">
                <a:solidFill>
                  <a:schemeClr val="dk1"/>
                </a:solidFill>
                <a:prstDash val="solid"/>
                <a:round/>
                <a:headEnd len="sm" w="sm" type="none"/>
                <a:tailEnd len="sm" w="sm" type="none"/>
              </a:ln>
            </p:spPr>
          </p:cxnSp>
        </p:grpSp>
        <p:grpSp>
          <p:nvGrpSpPr>
            <p:cNvPr id="143" name="Google Shape;143;g39de938f8a0_3_219"/>
            <p:cNvGrpSpPr/>
            <p:nvPr/>
          </p:nvGrpSpPr>
          <p:grpSpPr>
            <a:xfrm>
              <a:off x="25863332" y="10295579"/>
              <a:ext cx="1394995" cy="252770"/>
              <a:chOff x="25683970" y="12931398"/>
              <a:chExt cx="1394995" cy="252770"/>
            </a:xfrm>
          </p:grpSpPr>
          <p:pic>
            <p:nvPicPr>
              <p:cNvPr id="144" name="Google Shape;144;g39de938f8a0_3_219" title="Screenshot 2025-10-28 at 9.46.26 AM.png"/>
              <p:cNvPicPr preferRelativeResize="0"/>
              <p:nvPr/>
            </p:nvPicPr>
            <p:blipFill rotWithShape="1">
              <a:blip r:embed="rId16">
                <a:alphaModFix/>
              </a:blip>
              <a:srcRect b="11995" l="44290" r="38625" t="83891"/>
              <a:stretch/>
            </p:blipFill>
            <p:spPr>
              <a:xfrm>
                <a:off x="25683970" y="12931398"/>
                <a:ext cx="1394995" cy="252770"/>
              </a:xfrm>
              <a:prstGeom prst="rect">
                <a:avLst/>
              </a:prstGeom>
              <a:noFill/>
              <a:ln cap="flat" cmpd="sng" w="36250">
                <a:solidFill>
                  <a:srgbClr val="C41E3A"/>
                </a:solidFill>
                <a:prstDash val="dot"/>
                <a:round/>
                <a:headEnd len="sm" w="sm" type="none"/>
                <a:tailEnd len="sm" w="sm" type="none"/>
              </a:ln>
            </p:spPr>
          </p:pic>
          <p:pic>
            <p:nvPicPr>
              <p:cNvPr id="145" name="Google Shape;145;g39de938f8a0_3_219" title="Screenshot 2025-10-28 at 9.46.26 AM.png"/>
              <p:cNvPicPr preferRelativeResize="0"/>
              <p:nvPr/>
            </p:nvPicPr>
            <p:blipFill rotWithShape="1">
              <a:blip r:embed="rId16">
                <a:alphaModFix/>
              </a:blip>
              <a:srcRect b="11949" l="74052" r="23114" t="83705"/>
              <a:stretch/>
            </p:blipFill>
            <p:spPr>
              <a:xfrm>
                <a:off x="26865035" y="12942651"/>
                <a:ext cx="199501" cy="230226"/>
              </a:xfrm>
              <a:prstGeom prst="rect">
                <a:avLst/>
              </a:prstGeom>
              <a:noFill/>
              <a:ln>
                <a:noFill/>
              </a:ln>
            </p:spPr>
          </p:pic>
        </p:grpSp>
        <p:sp>
          <p:nvSpPr>
            <p:cNvPr id="146" name="Google Shape;146;g39de938f8a0_3_219"/>
            <p:cNvSpPr txBox="1"/>
            <p:nvPr/>
          </p:nvSpPr>
          <p:spPr>
            <a:xfrm>
              <a:off x="24518895" y="14513234"/>
              <a:ext cx="474300" cy="492900"/>
            </a:xfrm>
            <a:prstGeom prst="rect">
              <a:avLst/>
            </a:prstGeom>
            <a:solidFill>
              <a:schemeClr val="lt1"/>
            </a:solidFill>
            <a:ln cap="flat" cmpd="sng" w="130725">
              <a:solidFill>
                <a:schemeClr val="lt1"/>
              </a:solidFill>
              <a:prstDash val="solid"/>
              <a:round/>
              <a:headEnd len="sm" w="sm" type="none"/>
              <a:tailEnd len="sm" w="sm" type="none"/>
            </a:ln>
          </p:spPr>
          <p:txBody>
            <a:bodyPr anchorCtr="0" anchor="t" bIns="94150" lIns="94150" spcFirstLastPara="1" rIns="94150" wrap="square" tIns="94150">
              <a:spAutoFit/>
            </a:bodyPr>
            <a:lstStyle/>
            <a:p>
              <a:pPr indent="0" lvl="0" marL="0" rtl="0" algn="l">
                <a:spcBef>
                  <a:spcPts val="0"/>
                </a:spcBef>
                <a:spcAft>
                  <a:spcPts val="0"/>
                </a:spcAft>
                <a:buClr>
                  <a:schemeClr val="dk1"/>
                </a:buClr>
                <a:buFont typeface="Arial"/>
                <a:buNone/>
              </a:pPr>
              <a:r>
                <a:rPr b="1" lang="en-US" sz="1967">
                  <a:solidFill>
                    <a:schemeClr val="dk1"/>
                  </a:solidFill>
                  <a:latin typeface="Calibri"/>
                  <a:ea typeface="Calibri"/>
                  <a:cs typeface="Calibri"/>
                  <a:sym typeface="Calibri"/>
                </a:rPr>
                <a:t>(g)</a:t>
              </a:r>
              <a:endParaRPr sz="15858">
                <a:solidFill>
                  <a:schemeClr val="dk1"/>
                </a:solidFill>
                <a:latin typeface="Calibri"/>
                <a:ea typeface="Calibri"/>
                <a:cs typeface="Calibri"/>
                <a:sym typeface="Calibri"/>
              </a:endParaRPr>
            </a:p>
          </p:txBody>
        </p:sp>
      </p:grpSp>
      <p:grpSp>
        <p:nvGrpSpPr>
          <p:cNvPr id="147" name="Google Shape;147;g39de938f8a0_3_219"/>
          <p:cNvGrpSpPr/>
          <p:nvPr/>
        </p:nvGrpSpPr>
        <p:grpSpPr>
          <a:xfrm>
            <a:off x="30458650" y="5264713"/>
            <a:ext cx="7492625" cy="13547899"/>
            <a:chOff x="34806874" y="7517388"/>
            <a:chExt cx="8314054" cy="13533013"/>
          </a:xfrm>
        </p:grpSpPr>
        <p:pic>
          <p:nvPicPr>
            <p:cNvPr id="148" name="Google Shape;148;g39de938f8a0_3_219"/>
            <p:cNvPicPr preferRelativeResize="0"/>
            <p:nvPr/>
          </p:nvPicPr>
          <p:blipFill rotWithShape="1">
            <a:blip r:embed="rId17">
              <a:alphaModFix/>
            </a:blip>
            <a:srcRect b="3759" l="1098" r="7342" t="6076"/>
            <a:stretch/>
          </p:blipFill>
          <p:spPr>
            <a:xfrm>
              <a:off x="34806874" y="7517388"/>
              <a:ext cx="8314054" cy="13533013"/>
            </a:xfrm>
            <a:prstGeom prst="rect">
              <a:avLst/>
            </a:prstGeom>
            <a:noFill/>
            <a:ln>
              <a:noFill/>
            </a:ln>
          </p:spPr>
        </p:pic>
        <p:sp>
          <p:nvSpPr>
            <p:cNvPr id="149" name="Google Shape;149;g39de938f8a0_3_219"/>
            <p:cNvSpPr txBox="1"/>
            <p:nvPr/>
          </p:nvSpPr>
          <p:spPr>
            <a:xfrm>
              <a:off x="35748013" y="20408620"/>
              <a:ext cx="553200" cy="407700"/>
            </a:xfrm>
            <a:prstGeom prst="rect">
              <a:avLst/>
            </a:prstGeom>
            <a:noFill/>
            <a:ln>
              <a:noFill/>
            </a:ln>
          </p:spPr>
          <p:txBody>
            <a:bodyPr anchorCtr="0" anchor="t" bIns="40425" lIns="80825" spcFirstLastPara="1" rIns="80825" wrap="square" tIns="40425">
              <a:spAutoFit/>
            </a:bodyPr>
            <a:lstStyle/>
            <a:p>
              <a:pPr indent="0" lvl="0" marL="0" marR="0" rtl="0" algn="l">
                <a:spcBef>
                  <a:spcPts val="0"/>
                </a:spcBef>
                <a:spcAft>
                  <a:spcPts val="0"/>
                </a:spcAft>
                <a:buNone/>
              </a:pPr>
              <a:r>
                <a:rPr b="1" lang="en-US" sz="2121">
                  <a:solidFill>
                    <a:schemeClr val="dk1"/>
                  </a:solidFill>
                  <a:latin typeface="Calibri"/>
                  <a:ea typeface="Calibri"/>
                  <a:cs typeface="Calibri"/>
                  <a:sym typeface="Calibri"/>
                </a:rPr>
                <a:t>(h)</a:t>
              </a:r>
              <a:endParaRPr sz="1237"/>
            </a:p>
          </p:txBody>
        </p:sp>
      </p:grpSp>
      <p:cxnSp>
        <p:nvCxnSpPr>
          <p:cNvPr id="150" name="Google Shape;150;g39de938f8a0_3_219"/>
          <p:cNvCxnSpPr>
            <a:endCxn id="149" idx="2"/>
          </p:cNvCxnSpPr>
          <p:nvPr/>
        </p:nvCxnSpPr>
        <p:spPr>
          <a:xfrm rot="10800000">
            <a:off x="31556076" y="18578273"/>
            <a:ext cx="871800" cy="1796400"/>
          </a:xfrm>
          <a:prstGeom prst="straightConnector1">
            <a:avLst/>
          </a:prstGeom>
          <a:noFill/>
          <a:ln cap="flat" cmpd="sng" w="28575">
            <a:solidFill>
              <a:srgbClr val="C41E3A"/>
            </a:solidFill>
            <a:prstDash val="solid"/>
            <a:round/>
            <a:headEnd len="med" w="med" type="none"/>
            <a:tailEnd len="med" w="med" type="triangle"/>
          </a:ln>
        </p:spPr>
      </p:cxnSp>
      <p:cxnSp>
        <p:nvCxnSpPr>
          <p:cNvPr id="151" name="Google Shape;151;g39de938f8a0_3_219"/>
          <p:cNvCxnSpPr>
            <a:endCxn id="149" idx="2"/>
          </p:cNvCxnSpPr>
          <p:nvPr/>
        </p:nvCxnSpPr>
        <p:spPr>
          <a:xfrm rot="10800000">
            <a:off x="31556076" y="18578273"/>
            <a:ext cx="916200" cy="903300"/>
          </a:xfrm>
          <a:prstGeom prst="straightConnector1">
            <a:avLst/>
          </a:prstGeom>
          <a:noFill/>
          <a:ln cap="flat" cmpd="sng" w="28575">
            <a:solidFill>
              <a:srgbClr val="C41E3A"/>
            </a:solidFill>
            <a:prstDash val="solid"/>
            <a:round/>
            <a:headEnd len="med" w="med" type="none"/>
            <a:tailEnd len="med" w="med" type="triangle"/>
          </a:ln>
        </p:spPr>
      </p:cxnSp>
      <p:sp>
        <p:nvSpPr>
          <p:cNvPr id="152" name="Google Shape;152;g39de938f8a0_3_219"/>
          <p:cNvSpPr txBox="1"/>
          <p:nvPr/>
        </p:nvSpPr>
        <p:spPr>
          <a:xfrm>
            <a:off x="18709089" y="18427412"/>
            <a:ext cx="377400" cy="392400"/>
          </a:xfrm>
          <a:prstGeom prst="rect">
            <a:avLst/>
          </a:prstGeom>
          <a:solidFill>
            <a:schemeClr val="lt1"/>
          </a:solidFill>
          <a:ln cap="flat" cmpd="sng" w="104050">
            <a:solidFill>
              <a:schemeClr val="lt1"/>
            </a:solidFill>
            <a:prstDash val="solid"/>
            <a:round/>
            <a:headEnd len="sm" w="sm" type="none"/>
            <a:tailEnd len="sm" w="sm" type="none"/>
          </a:ln>
        </p:spPr>
        <p:txBody>
          <a:bodyPr anchorCtr="0" anchor="t" bIns="74950" lIns="74950" spcFirstLastPara="1" rIns="74950" wrap="square" tIns="74950">
            <a:spAutoFit/>
          </a:bodyPr>
          <a:lstStyle/>
          <a:p>
            <a:pPr indent="0" lvl="0" marL="0" rtl="0" algn="l">
              <a:spcBef>
                <a:spcPts val="0"/>
              </a:spcBef>
              <a:spcAft>
                <a:spcPts val="0"/>
              </a:spcAft>
              <a:buClr>
                <a:schemeClr val="dk1"/>
              </a:buClr>
              <a:buFont typeface="Arial"/>
              <a:buNone/>
            </a:pPr>
            <a:r>
              <a:rPr b="1" lang="en-US" sz="1566">
                <a:solidFill>
                  <a:schemeClr val="dk1"/>
                </a:solidFill>
                <a:latin typeface="Calibri"/>
                <a:ea typeface="Calibri"/>
                <a:cs typeface="Calibri"/>
                <a:sym typeface="Calibri"/>
              </a:rPr>
              <a:t>(J)</a:t>
            </a:r>
            <a:endParaRPr sz="12622">
              <a:solidFill>
                <a:schemeClr val="dk1"/>
              </a:solidFill>
              <a:latin typeface="Calibri"/>
              <a:ea typeface="Calibri"/>
              <a:cs typeface="Calibri"/>
              <a:sym typeface="Calibri"/>
            </a:endParaRPr>
          </a:p>
        </p:txBody>
      </p:sp>
      <p:pic>
        <p:nvPicPr>
          <p:cNvPr id="153" name="Google Shape;153;g39de938f8a0_3_219"/>
          <p:cNvPicPr preferRelativeResize="0"/>
          <p:nvPr/>
        </p:nvPicPr>
        <p:blipFill rotWithShape="1">
          <a:blip r:embed="rId18">
            <a:alphaModFix/>
          </a:blip>
          <a:srcRect b="0" l="0" r="5132" t="0"/>
          <a:stretch/>
        </p:blipFill>
        <p:spPr>
          <a:xfrm>
            <a:off x="13419825" y="12541463"/>
            <a:ext cx="5121049" cy="6372186"/>
          </a:xfrm>
          <a:prstGeom prst="rect">
            <a:avLst/>
          </a:prstGeom>
          <a:noFill/>
          <a:ln>
            <a:noFill/>
          </a:ln>
        </p:spPr>
      </p:pic>
      <p:pic>
        <p:nvPicPr>
          <p:cNvPr id="154" name="Google Shape;154;g39de938f8a0_3_219" title="Screenshot 2025-10-28 at 9.46.53 AM.png"/>
          <p:cNvPicPr preferRelativeResize="0"/>
          <p:nvPr/>
        </p:nvPicPr>
        <p:blipFill rotWithShape="1">
          <a:blip r:embed="rId11">
            <a:alphaModFix/>
          </a:blip>
          <a:srcRect b="4601" l="40102" r="30054" t="85139"/>
          <a:stretch/>
        </p:blipFill>
        <p:spPr>
          <a:xfrm>
            <a:off x="14379650" y="13099550"/>
            <a:ext cx="3491901" cy="903299"/>
          </a:xfrm>
          <a:prstGeom prst="rect">
            <a:avLst/>
          </a:prstGeom>
          <a:noFill/>
          <a:ln cap="flat" cmpd="sng" w="28575">
            <a:solidFill>
              <a:srgbClr val="C41E3A"/>
            </a:solidFill>
            <a:prstDash val="dot"/>
            <a:round/>
            <a:headEnd len="sm" w="sm" type="none"/>
            <a:tailEnd len="sm" w="sm" type="none"/>
          </a:ln>
        </p:spPr>
      </p:pic>
      <p:sp>
        <p:nvSpPr>
          <p:cNvPr id="155" name="Google Shape;155;g39de938f8a0_3_219"/>
          <p:cNvSpPr txBox="1"/>
          <p:nvPr/>
        </p:nvSpPr>
        <p:spPr>
          <a:xfrm>
            <a:off x="13419817" y="18543752"/>
            <a:ext cx="474300" cy="492900"/>
          </a:xfrm>
          <a:prstGeom prst="rect">
            <a:avLst/>
          </a:prstGeom>
          <a:solidFill>
            <a:schemeClr val="lt1"/>
          </a:solidFill>
          <a:ln cap="flat" cmpd="sng" w="130725">
            <a:solidFill>
              <a:schemeClr val="lt1"/>
            </a:solidFill>
            <a:prstDash val="solid"/>
            <a:round/>
            <a:headEnd len="sm" w="sm" type="none"/>
            <a:tailEnd len="sm" w="sm" type="none"/>
          </a:ln>
        </p:spPr>
        <p:txBody>
          <a:bodyPr anchorCtr="0" anchor="t" bIns="94150" lIns="94150" spcFirstLastPara="1" rIns="94150" wrap="square" tIns="94150">
            <a:spAutoFit/>
          </a:bodyPr>
          <a:lstStyle/>
          <a:p>
            <a:pPr indent="0" lvl="0" marL="0" rtl="0" algn="l">
              <a:spcBef>
                <a:spcPts val="0"/>
              </a:spcBef>
              <a:spcAft>
                <a:spcPts val="0"/>
              </a:spcAft>
              <a:buClr>
                <a:schemeClr val="dk1"/>
              </a:buClr>
              <a:buFont typeface="Arial"/>
              <a:buNone/>
            </a:pPr>
            <a:r>
              <a:rPr b="1" lang="en-US" sz="1967">
                <a:solidFill>
                  <a:schemeClr val="dk1"/>
                </a:solidFill>
                <a:latin typeface="Calibri"/>
                <a:ea typeface="Calibri"/>
                <a:cs typeface="Calibri"/>
                <a:sym typeface="Calibri"/>
              </a:rPr>
              <a:t>(I)</a:t>
            </a:r>
            <a:endParaRPr sz="15858">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2011-03-24T16:56:17Z</dcterms:created>
  <dc:creator>Little Niki</dc:creator>
</cp:coreProperties>
</file>