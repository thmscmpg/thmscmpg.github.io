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41148000" cy="38404800"/>
  <p:notesSz cx="37587238" cy="37587238"/>
  <p:embeddedFontLst>
    <p:embeddedFont>
      <p:font typeface="Roboto" panose="02000000000000000000" pitchFamily="2"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096" userDrawn="1">
          <p15:clr>
            <a:srgbClr val="747775"/>
          </p15:clr>
        </p15:guide>
        <p15:guide id="2" pos="1296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9" d="100"/>
          <a:sy n="19" d="100"/>
        </p:scale>
        <p:origin x="2364" y="78"/>
      </p:cViewPr>
      <p:guideLst>
        <p:guide orient="horz" pos="12096"/>
        <p:guide pos="129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schemas.openxmlformats.org/officeDocument/2006/relationships/font" Target="fonts/font4.fntdata"/><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247438" y="2819400"/>
            <a:ext cx="15103475" cy="14097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3758725" y="17853939"/>
            <a:ext cx="30069790" cy="16914258"/>
          </a:xfrm>
          <a:prstGeom prst="rect">
            <a:avLst/>
          </a:prstGeom>
          <a:noFill/>
          <a:ln>
            <a:noFill/>
          </a:ln>
        </p:spPr>
        <p:txBody>
          <a:bodyPr spcFirstLastPara="1" wrap="square" lIns="429435" tIns="429435" rIns="429435" bIns="42943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ad21382fdb_0_33:notes"/>
          <p:cNvSpPr>
            <a:spLocks noGrp="1" noRot="1" noChangeAspect="1"/>
          </p:cNvSpPr>
          <p:nvPr>
            <p:ph type="sldImg" idx="2"/>
          </p:nvPr>
        </p:nvSpPr>
        <p:spPr>
          <a:xfrm>
            <a:off x="11247438" y="2819400"/>
            <a:ext cx="15103475" cy="14097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ad21382fdb_0_33:notes"/>
          <p:cNvSpPr txBox="1">
            <a:spLocks noGrp="1"/>
          </p:cNvSpPr>
          <p:nvPr>
            <p:ph type="body" idx="1"/>
          </p:nvPr>
        </p:nvSpPr>
        <p:spPr>
          <a:xfrm>
            <a:off x="3758725" y="17853939"/>
            <a:ext cx="30069790" cy="16914258"/>
          </a:xfrm>
          <a:prstGeom prst="rect">
            <a:avLst/>
          </a:prstGeom>
        </p:spPr>
        <p:txBody>
          <a:bodyPr spcFirstLastPara="1" wrap="square" lIns="429435" tIns="429435" rIns="429435" bIns="429435" anchor="t" anchorCtr="0">
            <a:noAutofit/>
          </a:bodyPr>
          <a:lstStyle/>
          <a:p>
            <a:pPr marL="0" indent="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402688" y="5559494"/>
            <a:ext cx="38342250" cy="15326047"/>
          </a:xfrm>
          <a:prstGeom prst="rect">
            <a:avLst/>
          </a:prstGeom>
        </p:spPr>
        <p:txBody>
          <a:bodyPr spcFirstLastPara="1" wrap="square" lIns="389175" tIns="389175" rIns="389175" bIns="389175" anchor="b" anchorCtr="0">
            <a:normAutofit/>
          </a:bodyPr>
          <a:lstStyle>
            <a:lvl1pPr lvl="0" algn="ctr">
              <a:spcBef>
                <a:spcPts val="0"/>
              </a:spcBef>
              <a:spcAft>
                <a:spcPts val="0"/>
              </a:spcAft>
              <a:buSzPts val="22135"/>
              <a:buNone/>
              <a:defRPr sz="19367"/>
            </a:lvl1pPr>
            <a:lvl2pPr lvl="1" algn="ctr">
              <a:spcBef>
                <a:spcPts val="0"/>
              </a:spcBef>
              <a:spcAft>
                <a:spcPts val="0"/>
              </a:spcAft>
              <a:buSzPts val="22135"/>
              <a:buNone/>
              <a:defRPr sz="19367"/>
            </a:lvl2pPr>
            <a:lvl3pPr lvl="2" algn="ctr">
              <a:spcBef>
                <a:spcPts val="0"/>
              </a:spcBef>
              <a:spcAft>
                <a:spcPts val="0"/>
              </a:spcAft>
              <a:buSzPts val="22135"/>
              <a:buNone/>
              <a:defRPr sz="19367"/>
            </a:lvl3pPr>
            <a:lvl4pPr lvl="3" algn="ctr">
              <a:spcBef>
                <a:spcPts val="0"/>
              </a:spcBef>
              <a:spcAft>
                <a:spcPts val="0"/>
              </a:spcAft>
              <a:buSzPts val="22135"/>
              <a:buNone/>
              <a:defRPr sz="19367"/>
            </a:lvl4pPr>
            <a:lvl5pPr lvl="4" algn="ctr">
              <a:spcBef>
                <a:spcPts val="0"/>
              </a:spcBef>
              <a:spcAft>
                <a:spcPts val="0"/>
              </a:spcAft>
              <a:buSzPts val="22135"/>
              <a:buNone/>
              <a:defRPr sz="19367"/>
            </a:lvl5pPr>
            <a:lvl6pPr lvl="5" algn="ctr">
              <a:spcBef>
                <a:spcPts val="0"/>
              </a:spcBef>
              <a:spcAft>
                <a:spcPts val="0"/>
              </a:spcAft>
              <a:buSzPts val="22135"/>
              <a:buNone/>
              <a:defRPr sz="19367"/>
            </a:lvl6pPr>
            <a:lvl7pPr lvl="6" algn="ctr">
              <a:spcBef>
                <a:spcPts val="0"/>
              </a:spcBef>
              <a:spcAft>
                <a:spcPts val="0"/>
              </a:spcAft>
              <a:buSzPts val="22135"/>
              <a:buNone/>
              <a:defRPr sz="19367"/>
            </a:lvl7pPr>
            <a:lvl8pPr lvl="7" algn="ctr">
              <a:spcBef>
                <a:spcPts val="0"/>
              </a:spcBef>
              <a:spcAft>
                <a:spcPts val="0"/>
              </a:spcAft>
              <a:buSzPts val="22135"/>
              <a:buNone/>
              <a:defRPr sz="19367"/>
            </a:lvl8pPr>
            <a:lvl9pPr lvl="8" algn="ctr">
              <a:spcBef>
                <a:spcPts val="0"/>
              </a:spcBef>
              <a:spcAft>
                <a:spcPts val="0"/>
              </a:spcAft>
              <a:buSzPts val="22135"/>
              <a:buNone/>
              <a:defRPr sz="19367"/>
            </a:lvl9pPr>
          </a:lstStyle>
          <a:p>
            <a:endParaRPr/>
          </a:p>
        </p:txBody>
      </p:sp>
      <p:sp>
        <p:nvSpPr>
          <p:cNvPr id="11" name="Google Shape;11;p2"/>
          <p:cNvSpPr txBox="1">
            <a:spLocks noGrp="1"/>
          </p:cNvSpPr>
          <p:nvPr>
            <p:ph type="subTitle" idx="1"/>
          </p:nvPr>
        </p:nvSpPr>
        <p:spPr>
          <a:xfrm>
            <a:off x="1402650" y="21161466"/>
            <a:ext cx="38342250" cy="5917924"/>
          </a:xfrm>
          <a:prstGeom prst="rect">
            <a:avLst/>
          </a:prstGeom>
        </p:spPr>
        <p:txBody>
          <a:bodyPr spcFirstLastPara="1" wrap="square" lIns="389175" tIns="389175" rIns="389175" bIns="389175" anchor="t" anchorCtr="0">
            <a:normAutofit/>
          </a:bodyPr>
          <a:lstStyle>
            <a:lvl1pPr lvl="0" algn="ctr">
              <a:lnSpc>
                <a:spcPct val="100000"/>
              </a:lnSpc>
              <a:spcBef>
                <a:spcPts val="0"/>
              </a:spcBef>
              <a:spcAft>
                <a:spcPts val="0"/>
              </a:spcAft>
              <a:buSzPts val="11919"/>
              <a:buNone/>
              <a:defRPr sz="10428"/>
            </a:lvl1pPr>
            <a:lvl2pPr lvl="1" algn="ctr">
              <a:lnSpc>
                <a:spcPct val="100000"/>
              </a:lnSpc>
              <a:spcBef>
                <a:spcPts val="0"/>
              </a:spcBef>
              <a:spcAft>
                <a:spcPts val="0"/>
              </a:spcAft>
              <a:buSzPts val="11919"/>
              <a:buNone/>
              <a:defRPr sz="10428"/>
            </a:lvl2pPr>
            <a:lvl3pPr lvl="2" algn="ctr">
              <a:lnSpc>
                <a:spcPct val="100000"/>
              </a:lnSpc>
              <a:spcBef>
                <a:spcPts val="0"/>
              </a:spcBef>
              <a:spcAft>
                <a:spcPts val="0"/>
              </a:spcAft>
              <a:buSzPts val="11919"/>
              <a:buNone/>
              <a:defRPr sz="10428"/>
            </a:lvl3pPr>
            <a:lvl4pPr lvl="3" algn="ctr">
              <a:lnSpc>
                <a:spcPct val="100000"/>
              </a:lnSpc>
              <a:spcBef>
                <a:spcPts val="0"/>
              </a:spcBef>
              <a:spcAft>
                <a:spcPts val="0"/>
              </a:spcAft>
              <a:buSzPts val="11919"/>
              <a:buNone/>
              <a:defRPr sz="10428"/>
            </a:lvl4pPr>
            <a:lvl5pPr lvl="4" algn="ctr">
              <a:lnSpc>
                <a:spcPct val="100000"/>
              </a:lnSpc>
              <a:spcBef>
                <a:spcPts val="0"/>
              </a:spcBef>
              <a:spcAft>
                <a:spcPts val="0"/>
              </a:spcAft>
              <a:buSzPts val="11919"/>
              <a:buNone/>
              <a:defRPr sz="10428"/>
            </a:lvl5pPr>
            <a:lvl6pPr lvl="5" algn="ctr">
              <a:lnSpc>
                <a:spcPct val="100000"/>
              </a:lnSpc>
              <a:spcBef>
                <a:spcPts val="0"/>
              </a:spcBef>
              <a:spcAft>
                <a:spcPts val="0"/>
              </a:spcAft>
              <a:buSzPts val="11919"/>
              <a:buNone/>
              <a:defRPr sz="10428"/>
            </a:lvl6pPr>
            <a:lvl7pPr lvl="6" algn="ctr">
              <a:lnSpc>
                <a:spcPct val="100000"/>
              </a:lnSpc>
              <a:spcBef>
                <a:spcPts val="0"/>
              </a:spcBef>
              <a:spcAft>
                <a:spcPts val="0"/>
              </a:spcAft>
              <a:buSzPts val="11919"/>
              <a:buNone/>
              <a:defRPr sz="10428"/>
            </a:lvl7pPr>
            <a:lvl8pPr lvl="7" algn="ctr">
              <a:lnSpc>
                <a:spcPct val="100000"/>
              </a:lnSpc>
              <a:spcBef>
                <a:spcPts val="0"/>
              </a:spcBef>
              <a:spcAft>
                <a:spcPts val="0"/>
              </a:spcAft>
              <a:buSzPts val="11919"/>
              <a:buNone/>
              <a:defRPr sz="10428"/>
            </a:lvl8pPr>
            <a:lvl9pPr lvl="8" algn="ctr">
              <a:lnSpc>
                <a:spcPct val="100000"/>
              </a:lnSpc>
              <a:spcBef>
                <a:spcPts val="0"/>
              </a:spcBef>
              <a:spcAft>
                <a:spcPts val="0"/>
              </a:spcAft>
              <a:buSzPts val="11919"/>
              <a:buNone/>
              <a:defRPr sz="10428"/>
            </a:lvl9pPr>
          </a:lstStyle>
          <a:p>
            <a:endParaRPr/>
          </a:p>
        </p:txBody>
      </p:sp>
      <p:sp>
        <p:nvSpPr>
          <p:cNvPr id="12" name="Google Shape;12;p2"/>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402650" y="16059680"/>
            <a:ext cx="38342250" cy="6285176"/>
          </a:xfrm>
          <a:prstGeom prst="rect">
            <a:avLst/>
          </a:prstGeom>
        </p:spPr>
        <p:txBody>
          <a:bodyPr spcFirstLastPara="1" wrap="square" lIns="389175" tIns="389175" rIns="389175" bIns="389175" anchor="ctr" anchorCtr="0">
            <a:normAutofit/>
          </a:bodyPr>
          <a:lstStyle>
            <a:lvl1pPr lvl="0" algn="ctr">
              <a:spcBef>
                <a:spcPts val="0"/>
              </a:spcBef>
              <a:spcAft>
                <a:spcPts val="0"/>
              </a:spcAft>
              <a:buSzPts val="15324"/>
              <a:buNone/>
              <a:defRPr sz="13408"/>
            </a:lvl1pPr>
            <a:lvl2pPr lvl="1" algn="ctr">
              <a:spcBef>
                <a:spcPts val="0"/>
              </a:spcBef>
              <a:spcAft>
                <a:spcPts val="0"/>
              </a:spcAft>
              <a:buSzPts val="15324"/>
              <a:buNone/>
              <a:defRPr sz="13408"/>
            </a:lvl2pPr>
            <a:lvl3pPr lvl="2" algn="ctr">
              <a:spcBef>
                <a:spcPts val="0"/>
              </a:spcBef>
              <a:spcAft>
                <a:spcPts val="0"/>
              </a:spcAft>
              <a:buSzPts val="15324"/>
              <a:buNone/>
              <a:defRPr sz="13408"/>
            </a:lvl3pPr>
            <a:lvl4pPr lvl="3" algn="ctr">
              <a:spcBef>
                <a:spcPts val="0"/>
              </a:spcBef>
              <a:spcAft>
                <a:spcPts val="0"/>
              </a:spcAft>
              <a:buSzPts val="15324"/>
              <a:buNone/>
              <a:defRPr sz="13408"/>
            </a:lvl4pPr>
            <a:lvl5pPr lvl="4" algn="ctr">
              <a:spcBef>
                <a:spcPts val="0"/>
              </a:spcBef>
              <a:spcAft>
                <a:spcPts val="0"/>
              </a:spcAft>
              <a:buSzPts val="15324"/>
              <a:buNone/>
              <a:defRPr sz="13408"/>
            </a:lvl5pPr>
            <a:lvl6pPr lvl="5" algn="ctr">
              <a:spcBef>
                <a:spcPts val="0"/>
              </a:spcBef>
              <a:spcAft>
                <a:spcPts val="0"/>
              </a:spcAft>
              <a:buSzPts val="15324"/>
              <a:buNone/>
              <a:defRPr sz="13408"/>
            </a:lvl6pPr>
            <a:lvl7pPr lvl="6" algn="ctr">
              <a:spcBef>
                <a:spcPts val="0"/>
              </a:spcBef>
              <a:spcAft>
                <a:spcPts val="0"/>
              </a:spcAft>
              <a:buSzPts val="15324"/>
              <a:buNone/>
              <a:defRPr sz="13408"/>
            </a:lvl7pPr>
            <a:lvl8pPr lvl="7" algn="ctr">
              <a:spcBef>
                <a:spcPts val="0"/>
              </a:spcBef>
              <a:spcAft>
                <a:spcPts val="0"/>
              </a:spcAft>
              <a:buSzPts val="15324"/>
              <a:buNone/>
              <a:defRPr sz="13408"/>
            </a:lvl8pPr>
            <a:lvl9pPr lvl="8" algn="ctr">
              <a:spcBef>
                <a:spcPts val="0"/>
              </a:spcBef>
              <a:spcAft>
                <a:spcPts val="0"/>
              </a:spcAft>
              <a:buSzPts val="15324"/>
              <a:buNone/>
              <a:defRPr sz="13408"/>
            </a:lvl9pPr>
          </a:lstStyle>
          <a:p>
            <a:endParaRPr/>
          </a:p>
        </p:txBody>
      </p:sp>
      <p:sp>
        <p:nvSpPr>
          <p:cNvPr id="15" name="Google Shape;15;p3"/>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1402650" y="3322855"/>
            <a:ext cx="38342250" cy="4275847"/>
          </a:xfrm>
          <a:prstGeom prst="rect">
            <a:avLst/>
          </a:prstGeom>
        </p:spPr>
        <p:txBody>
          <a:bodyPr spcFirstLastPara="1" wrap="square" lIns="389175" tIns="389175" rIns="389175" bIns="389175" anchor="t" anchorCtr="0">
            <a:normAutofit/>
          </a:bodyPr>
          <a:lstStyle>
            <a:lvl1pPr lvl="0">
              <a:spcBef>
                <a:spcPts val="0"/>
              </a:spcBef>
              <a:spcAft>
                <a:spcPts val="0"/>
              </a:spcAft>
              <a:buSzPts val="11919"/>
              <a:buNone/>
              <a:defRPr sz="10428"/>
            </a:lvl1pPr>
            <a:lvl2pPr lvl="1">
              <a:spcBef>
                <a:spcPts val="0"/>
              </a:spcBef>
              <a:spcAft>
                <a:spcPts val="0"/>
              </a:spcAft>
              <a:buSzPts val="11919"/>
              <a:buNone/>
              <a:defRPr sz="10428"/>
            </a:lvl2pPr>
            <a:lvl3pPr lvl="2">
              <a:spcBef>
                <a:spcPts val="0"/>
              </a:spcBef>
              <a:spcAft>
                <a:spcPts val="0"/>
              </a:spcAft>
              <a:buSzPts val="11919"/>
              <a:buNone/>
              <a:defRPr sz="10428"/>
            </a:lvl3pPr>
            <a:lvl4pPr lvl="3">
              <a:spcBef>
                <a:spcPts val="0"/>
              </a:spcBef>
              <a:spcAft>
                <a:spcPts val="0"/>
              </a:spcAft>
              <a:buSzPts val="11919"/>
              <a:buNone/>
              <a:defRPr sz="10428"/>
            </a:lvl4pPr>
            <a:lvl5pPr lvl="4">
              <a:spcBef>
                <a:spcPts val="0"/>
              </a:spcBef>
              <a:spcAft>
                <a:spcPts val="0"/>
              </a:spcAft>
              <a:buSzPts val="11919"/>
              <a:buNone/>
              <a:defRPr sz="10428"/>
            </a:lvl5pPr>
            <a:lvl6pPr lvl="5">
              <a:spcBef>
                <a:spcPts val="0"/>
              </a:spcBef>
              <a:spcAft>
                <a:spcPts val="0"/>
              </a:spcAft>
              <a:buSzPts val="11919"/>
              <a:buNone/>
              <a:defRPr sz="10428"/>
            </a:lvl6pPr>
            <a:lvl7pPr lvl="6">
              <a:spcBef>
                <a:spcPts val="0"/>
              </a:spcBef>
              <a:spcAft>
                <a:spcPts val="0"/>
              </a:spcAft>
              <a:buSzPts val="11919"/>
              <a:buNone/>
              <a:defRPr sz="10428"/>
            </a:lvl7pPr>
            <a:lvl8pPr lvl="7">
              <a:spcBef>
                <a:spcPts val="0"/>
              </a:spcBef>
              <a:spcAft>
                <a:spcPts val="0"/>
              </a:spcAft>
              <a:buSzPts val="11919"/>
              <a:buNone/>
              <a:defRPr sz="10428"/>
            </a:lvl8pPr>
            <a:lvl9pPr lvl="8">
              <a:spcBef>
                <a:spcPts val="0"/>
              </a:spcBef>
              <a:spcAft>
                <a:spcPts val="0"/>
              </a:spcAft>
              <a:buSzPts val="11919"/>
              <a:buNone/>
              <a:defRPr sz="10428"/>
            </a:lvl9pPr>
          </a:lstStyle>
          <a:p>
            <a:endParaRPr/>
          </a:p>
        </p:txBody>
      </p:sp>
      <p:sp>
        <p:nvSpPr>
          <p:cNvPr id="18" name="Google Shape;18;p4"/>
          <p:cNvSpPr txBox="1">
            <a:spLocks noGrp="1"/>
          </p:cNvSpPr>
          <p:nvPr>
            <p:ph type="body" idx="1"/>
          </p:nvPr>
        </p:nvSpPr>
        <p:spPr>
          <a:xfrm>
            <a:off x="1402650" y="8605147"/>
            <a:ext cx="38342250" cy="25509071"/>
          </a:xfrm>
          <a:prstGeom prst="rect">
            <a:avLst/>
          </a:prstGeom>
        </p:spPr>
        <p:txBody>
          <a:bodyPr spcFirstLastPara="1" wrap="square" lIns="389175" tIns="389175" rIns="389175" bIns="389175" anchor="t" anchorCtr="0">
            <a:normAutofit/>
          </a:bodyPr>
          <a:lstStyle>
            <a:lvl1pPr marL="400050" lvl="0" indent="-625743">
              <a:spcBef>
                <a:spcPts val="0"/>
              </a:spcBef>
              <a:spcAft>
                <a:spcPts val="0"/>
              </a:spcAft>
              <a:buSzPts val="7662"/>
              <a:buChar char="●"/>
              <a:defRPr sz="6703"/>
            </a:lvl1pPr>
            <a:lvl2pPr marL="800100" lvl="1" indent="-531139">
              <a:spcBef>
                <a:spcPts val="0"/>
              </a:spcBef>
              <a:spcAft>
                <a:spcPts val="0"/>
              </a:spcAft>
              <a:buSzPts val="5959"/>
              <a:buChar char="○"/>
              <a:defRPr sz="5214"/>
            </a:lvl2pPr>
            <a:lvl3pPr marL="1200150" lvl="2" indent="-531139">
              <a:spcBef>
                <a:spcPts val="0"/>
              </a:spcBef>
              <a:spcAft>
                <a:spcPts val="0"/>
              </a:spcAft>
              <a:buSzPts val="5959"/>
              <a:buChar char="■"/>
              <a:defRPr sz="5214"/>
            </a:lvl3pPr>
            <a:lvl4pPr marL="1600200" lvl="3" indent="-531139">
              <a:spcBef>
                <a:spcPts val="0"/>
              </a:spcBef>
              <a:spcAft>
                <a:spcPts val="0"/>
              </a:spcAft>
              <a:buSzPts val="5959"/>
              <a:buChar char="●"/>
              <a:defRPr sz="5214"/>
            </a:lvl4pPr>
            <a:lvl5pPr marL="2000250" lvl="4" indent="-531139">
              <a:spcBef>
                <a:spcPts val="0"/>
              </a:spcBef>
              <a:spcAft>
                <a:spcPts val="0"/>
              </a:spcAft>
              <a:buSzPts val="5959"/>
              <a:buChar char="○"/>
              <a:defRPr sz="5214"/>
            </a:lvl5pPr>
            <a:lvl6pPr marL="2400300" lvl="5" indent="-531139">
              <a:spcBef>
                <a:spcPts val="0"/>
              </a:spcBef>
              <a:spcAft>
                <a:spcPts val="0"/>
              </a:spcAft>
              <a:buSzPts val="5959"/>
              <a:buChar char="■"/>
              <a:defRPr sz="5214"/>
            </a:lvl6pPr>
            <a:lvl7pPr marL="2800350" lvl="6" indent="-531139">
              <a:spcBef>
                <a:spcPts val="0"/>
              </a:spcBef>
              <a:spcAft>
                <a:spcPts val="0"/>
              </a:spcAft>
              <a:buSzPts val="5959"/>
              <a:buChar char="●"/>
              <a:defRPr sz="5214"/>
            </a:lvl7pPr>
            <a:lvl8pPr marL="3200400" lvl="7" indent="-531139">
              <a:spcBef>
                <a:spcPts val="0"/>
              </a:spcBef>
              <a:spcAft>
                <a:spcPts val="0"/>
              </a:spcAft>
              <a:buSzPts val="5959"/>
              <a:buChar char="○"/>
              <a:defRPr sz="5214"/>
            </a:lvl8pPr>
            <a:lvl9pPr marL="3600450" lvl="8" indent="-531139">
              <a:spcBef>
                <a:spcPts val="0"/>
              </a:spcBef>
              <a:spcAft>
                <a:spcPts val="0"/>
              </a:spcAft>
              <a:buSzPts val="5959"/>
              <a:buChar char="■"/>
              <a:defRPr sz="5214"/>
            </a:lvl9pPr>
          </a:lstStyle>
          <a:p>
            <a:endParaRPr/>
          </a:p>
        </p:txBody>
      </p:sp>
      <p:sp>
        <p:nvSpPr>
          <p:cNvPr id="19" name="Google Shape;19;p4"/>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1402650" y="3322855"/>
            <a:ext cx="38342250" cy="4275847"/>
          </a:xfrm>
          <a:prstGeom prst="rect">
            <a:avLst/>
          </a:prstGeom>
        </p:spPr>
        <p:txBody>
          <a:bodyPr spcFirstLastPara="1" wrap="square" lIns="389175" tIns="389175" rIns="389175" bIns="389175" anchor="t" anchorCtr="0">
            <a:normAutofit/>
          </a:bodyPr>
          <a:lstStyle>
            <a:lvl1pPr lvl="0">
              <a:spcBef>
                <a:spcPts val="0"/>
              </a:spcBef>
              <a:spcAft>
                <a:spcPts val="0"/>
              </a:spcAft>
              <a:buSzPts val="11919"/>
              <a:buNone/>
              <a:defRPr sz="10428"/>
            </a:lvl1pPr>
            <a:lvl2pPr lvl="1">
              <a:spcBef>
                <a:spcPts val="0"/>
              </a:spcBef>
              <a:spcAft>
                <a:spcPts val="0"/>
              </a:spcAft>
              <a:buSzPts val="11919"/>
              <a:buNone/>
              <a:defRPr sz="10428"/>
            </a:lvl2pPr>
            <a:lvl3pPr lvl="2">
              <a:spcBef>
                <a:spcPts val="0"/>
              </a:spcBef>
              <a:spcAft>
                <a:spcPts val="0"/>
              </a:spcAft>
              <a:buSzPts val="11919"/>
              <a:buNone/>
              <a:defRPr sz="10428"/>
            </a:lvl3pPr>
            <a:lvl4pPr lvl="3">
              <a:spcBef>
                <a:spcPts val="0"/>
              </a:spcBef>
              <a:spcAft>
                <a:spcPts val="0"/>
              </a:spcAft>
              <a:buSzPts val="11919"/>
              <a:buNone/>
              <a:defRPr sz="10428"/>
            </a:lvl4pPr>
            <a:lvl5pPr lvl="4">
              <a:spcBef>
                <a:spcPts val="0"/>
              </a:spcBef>
              <a:spcAft>
                <a:spcPts val="0"/>
              </a:spcAft>
              <a:buSzPts val="11919"/>
              <a:buNone/>
              <a:defRPr sz="10428"/>
            </a:lvl5pPr>
            <a:lvl6pPr lvl="5">
              <a:spcBef>
                <a:spcPts val="0"/>
              </a:spcBef>
              <a:spcAft>
                <a:spcPts val="0"/>
              </a:spcAft>
              <a:buSzPts val="11919"/>
              <a:buNone/>
              <a:defRPr sz="10428"/>
            </a:lvl6pPr>
            <a:lvl7pPr lvl="6">
              <a:spcBef>
                <a:spcPts val="0"/>
              </a:spcBef>
              <a:spcAft>
                <a:spcPts val="0"/>
              </a:spcAft>
              <a:buSzPts val="11919"/>
              <a:buNone/>
              <a:defRPr sz="10428"/>
            </a:lvl7pPr>
            <a:lvl8pPr lvl="7">
              <a:spcBef>
                <a:spcPts val="0"/>
              </a:spcBef>
              <a:spcAft>
                <a:spcPts val="0"/>
              </a:spcAft>
              <a:buSzPts val="11919"/>
              <a:buNone/>
              <a:defRPr sz="10428"/>
            </a:lvl8pPr>
            <a:lvl9pPr lvl="8">
              <a:spcBef>
                <a:spcPts val="0"/>
              </a:spcBef>
              <a:spcAft>
                <a:spcPts val="0"/>
              </a:spcAft>
              <a:buSzPts val="11919"/>
              <a:buNone/>
              <a:defRPr sz="10428"/>
            </a:lvl9pPr>
          </a:lstStyle>
          <a:p>
            <a:endParaRPr/>
          </a:p>
        </p:txBody>
      </p:sp>
      <p:sp>
        <p:nvSpPr>
          <p:cNvPr id="22" name="Google Shape;22;p5"/>
          <p:cNvSpPr txBox="1">
            <a:spLocks noGrp="1"/>
          </p:cNvSpPr>
          <p:nvPr>
            <p:ph type="body" idx="1"/>
          </p:nvPr>
        </p:nvSpPr>
        <p:spPr>
          <a:xfrm>
            <a:off x="1402650" y="8605147"/>
            <a:ext cx="18000000" cy="25509071"/>
          </a:xfrm>
          <a:prstGeom prst="rect">
            <a:avLst/>
          </a:prstGeom>
        </p:spPr>
        <p:txBody>
          <a:bodyPr spcFirstLastPara="1" wrap="square" lIns="389175" tIns="389175" rIns="389175" bIns="389175" anchor="t" anchorCtr="0">
            <a:normAutofit/>
          </a:bodyPr>
          <a:lstStyle>
            <a:lvl1pPr marL="400050" lvl="0" indent="-531139">
              <a:spcBef>
                <a:spcPts val="0"/>
              </a:spcBef>
              <a:spcAft>
                <a:spcPts val="0"/>
              </a:spcAft>
              <a:buSzPts val="5959"/>
              <a:buChar char="●"/>
              <a:defRPr sz="5214"/>
            </a:lvl1pPr>
            <a:lvl2pPr marL="800100" lvl="1" indent="-483837">
              <a:spcBef>
                <a:spcPts val="0"/>
              </a:spcBef>
              <a:spcAft>
                <a:spcPts val="0"/>
              </a:spcAft>
              <a:buSzPts val="5108"/>
              <a:buChar char="○"/>
              <a:defRPr sz="4469"/>
            </a:lvl2pPr>
            <a:lvl3pPr marL="1200150" lvl="2" indent="-483837">
              <a:spcBef>
                <a:spcPts val="0"/>
              </a:spcBef>
              <a:spcAft>
                <a:spcPts val="0"/>
              </a:spcAft>
              <a:buSzPts val="5108"/>
              <a:buChar char="■"/>
              <a:defRPr sz="4469"/>
            </a:lvl3pPr>
            <a:lvl4pPr marL="1600200" lvl="3" indent="-483837">
              <a:spcBef>
                <a:spcPts val="0"/>
              </a:spcBef>
              <a:spcAft>
                <a:spcPts val="0"/>
              </a:spcAft>
              <a:buSzPts val="5108"/>
              <a:buChar char="●"/>
              <a:defRPr sz="4469"/>
            </a:lvl4pPr>
            <a:lvl5pPr marL="2000250" lvl="4" indent="-483837">
              <a:spcBef>
                <a:spcPts val="0"/>
              </a:spcBef>
              <a:spcAft>
                <a:spcPts val="0"/>
              </a:spcAft>
              <a:buSzPts val="5108"/>
              <a:buChar char="○"/>
              <a:defRPr sz="4469"/>
            </a:lvl5pPr>
            <a:lvl6pPr marL="2400300" lvl="5" indent="-483837">
              <a:spcBef>
                <a:spcPts val="0"/>
              </a:spcBef>
              <a:spcAft>
                <a:spcPts val="0"/>
              </a:spcAft>
              <a:buSzPts val="5108"/>
              <a:buChar char="■"/>
              <a:defRPr sz="4469"/>
            </a:lvl6pPr>
            <a:lvl7pPr marL="2800350" lvl="6" indent="-483837">
              <a:spcBef>
                <a:spcPts val="0"/>
              </a:spcBef>
              <a:spcAft>
                <a:spcPts val="0"/>
              </a:spcAft>
              <a:buSzPts val="5108"/>
              <a:buChar char="●"/>
              <a:defRPr sz="4469"/>
            </a:lvl7pPr>
            <a:lvl8pPr marL="3200400" lvl="7" indent="-483837">
              <a:spcBef>
                <a:spcPts val="0"/>
              </a:spcBef>
              <a:spcAft>
                <a:spcPts val="0"/>
              </a:spcAft>
              <a:buSzPts val="5108"/>
              <a:buChar char="○"/>
              <a:defRPr sz="4469"/>
            </a:lvl8pPr>
            <a:lvl9pPr marL="3600450" lvl="8" indent="-483837">
              <a:spcBef>
                <a:spcPts val="0"/>
              </a:spcBef>
              <a:spcAft>
                <a:spcPts val="0"/>
              </a:spcAft>
              <a:buSzPts val="5108"/>
              <a:buChar char="■"/>
              <a:defRPr sz="4469"/>
            </a:lvl9pPr>
          </a:lstStyle>
          <a:p>
            <a:endParaRPr/>
          </a:p>
        </p:txBody>
      </p:sp>
      <p:sp>
        <p:nvSpPr>
          <p:cNvPr id="23" name="Google Shape;23;p5"/>
          <p:cNvSpPr txBox="1">
            <a:spLocks noGrp="1"/>
          </p:cNvSpPr>
          <p:nvPr>
            <p:ph type="body" idx="2"/>
          </p:nvPr>
        </p:nvSpPr>
        <p:spPr>
          <a:xfrm>
            <a:off x="21745800" y="8605147"/>
            <a:ext cx="18000000" cy="25509071"/>
          </a:xfrm>
          <a:prstGeom prst="rect">
            <a:avLst/>
          </a:prstGeom>
        </p:spPr>
        <p:txBody>
          <a:bodyPr spcFirstLastPara="1" wrap="square" lIns="389175" tIns="389175" rIns="389175" bIns="389175" anchor="t" anchorCtr="0">
            <a:normAutofit/>
          </a:bodyPr>
          <a:lstStyle>
            <a:lvl1pPr marL="400050" lvl="0" indent="-531139">
              <a:spcBef>
                <a:spcPts val="0"/>
              </a:spcBef>
              <a:spcAft>
                <a:spcPts val="0"/>
              </a:spcAft>
              <a:buSzPts val="5959"/>
              <a:buChar char="●"/>
              <a:defRPr sz="5214"/>
            </a:lvl1pPr>
            <a:lvl2pPr marL="800100" lvl="1" indent="-483837">
              <a:spcBef>
                <a:spcPts val="0"/>
              </a:spcBef>
              <a:spcAft>
                <a:spcPts val="0"/>
              </a:spcAft>
              <a:buSzPts val="5108"/>
              <a:buChar char="○"/>
              <a:defRPr sz="4469"/>
            </a:lvl2pPr>
            <a:lvl3pPr marL="1200150" lvl="2" indent="-483837">
              <a:spcBef>
                <a:spcPts val="0"/>
              </a:spcBef>
              <a:spcAft>
                <a:spcPts val="0"/>
              </a:spcAft>
              <a:buSzPts val="5108"/>
              <a:buChar char="■"/>
              <a:defRPr sz="4469"/>
            </a:lvl3pPr>
            <a:lvl4pPr marL="1600200" lvl="3" indent="-483837">
              <a:spcBef>
                <a:spcPts val="0"/>
              </a:spcBef>
              <a:spcAft>
                <a:spcPts val="0"/>
              </a:spcAft>
              <a:buSzPts val="5108"/>
              <a:buChar char="●"/>
              <a:defRPr sz="4469"/>
            </a:lvl4pPr>
            <a:lvl5pPr marL="2000250" lvl="4" indent="-483837">
              <a:spcBef>
                <a:spcPts val="0"/>
              </a:spcBef>
              <a:spcAft>
                <a:spcPts val="0"/>
              </a:spcAft>
              <a:buSzPts val="5108"/>
              <a:buChar char="○"/>
              <a:defRPr sz="4469"/>
            </a:lvl5pPr>
            <a:lvl6pPr marL="2400300" lvl="5" indent="-483837">
              <a:spcBef>
                <a:spcPts val="0"/>
              </a:spcBef>
              <a:spcAft>
                <a:spcPts val="0"/>
              </a:spcAft>
              <a:buSzPts val="5108"/>
              <a:buChar char="■"/>
              <a:defRPr sz="4469"/>
            </a:lvl6pPr>
            <a:lvl7pPr marL="2800350" lvl="6" indent="-483837">
              <a:spcBef>
                <a:spcPts val="0"/>
              </a:spcBef>
              <a:spcAft>
                <a:spcPts val="0"/>
              </a:spcAft>
              <a:buSzPts val="5108"/>
              <a:buChar char="●"/>
              <a:defRPr sz="4469"/>
            </a:lvl7pPr>
            <a:lvl8pPr marL="3200400" lvl="7" indent="-483837">
              <a:spcBef>
                <a:spcPts val="0"/>
              </a:spcBef>
              <a:spcAft>
                <a:spcPts val="0"/>
              </a:spcAft>
              <a:buSzPts val="5108"/>
              <a:buChar char="○"/>
              <a:defRPr sz="4469"/>
            </a:lvl8pPr>
            <a:lvl9pPr marL="3600450" lvl="8" indent="-483837">
              <a:spcBef>
                <a:spcPts val="0"/>
              </a:spcBef>
              <a:spcAft>
                <a:spcPts val="0"/>
              </a:spcAft>
              <a:buSzPts val="5108"/>
              <a:buChar char="■"/>
              <a:defRPr sz="4469"/>
            </a:lvl9pPr>
          </a:lstStyle>
          <a:p>
            <a:endParaRPr/>
          </a:p>
        </p:txBody>
      </p:sp>
      <p:sp>
        <p:nvSpPr>
          <p:cNvPr id="24" name="Google Shape;24;p5"/>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1402650" y="3322855"/>
            <a:ext cx="38342250" cy="4275847"/>
          </a:xfrm>
          <a:prstGeom prst="rect">
            <a:avLst/>
          </a:prstGeom>
        </p:spPr>
        <p:txBody>
          <a:bodyPr spcFirstLastPara="1" wrap="square" lIns="389175" tIns="389175" rIns="389175" bIns="389175" anchor="t" anchorCtr="0">
            <a:normAutofit/>
          </a:bodyPr>
          <a:lstStyle>
            <a:lvl1pPr lvl="0">
              <a:spcBef>
                <a:spcPts val="0"/>
              </a:spcBef>
              <a:spcAft>
                <a:spcPts val="0"/>
              </a:spcAft>
              <a:buSzPts val="11919"/>
              <a:buNone/>
              <a:defRPr sz="10428"/>
            </a:lvl1pPr>
            <a:lvl2pPr lvl="1">
              <a:spcBef>
                <a:spcPts val="0"/>
              </a:spcBef>
              <a:spcAft>
                <a:spcPts val="0"/>
              </a:spcAft>
              <a:buSzPts val="11919"/>
              <a:buNone/>
              <a:defRPr sz="10428"/>
            </a:lvl2pPr>
            <a:lvl3pPr lvl="2">
              <a:spcBef>
                <a:spcPts val="0"/>
              </a:spcBef>
              <a:spcAft>
                <a:spcPts val="0"/>
              </a:spcAft>
              <a:buSzPts val="11919"/>
              <a:buNone/>
              <a:defRPr sz="10428"/>
            </a:lvl3pPr>
            <a:lvl4pPr lvl="3">
              <a:spcBef>
                <a:spcPts val="0"/>
              </a:spcBef>
              <a:spcAft>
                <a:spcPts val="0"/>
              </a:spcAft>
              <a:buSzPts val="11919"/>
              <a:buNone/>
              <a:defRPr sz="10428"/>
            </a:lvl4pPr>
            <a:lvl5pPr lvl="4">
              <a:spcBef>
                <a:spcPts val="0"/>
              </a:spcBef>
              <a:spcAft>
                <a:spcPts val="0"/>
              </a:spcAft>
              <a:buSzPts val="11919"/>
              <a:buNone/>
              <a:defRPr sz="10428"/>
            </a:lvl5pPr>
            <a:lvl6pPr lvl="5">
              <a:spcBef>
                <a:spcPts val="0"/>
              </a:spcBef>
              <a:spcAft>
                <a:spcPts val="0"/>
              </a:spcAft>
              <a:buSzPts val="11919"/>
              <a:buNone/>
              <a:defRPr sz="10428"/>
            </a:lvl6pPr>
            <a:lvl7pPr lvl="6">
              <a:spcBef>
                <a:spcPts val="0"/>
              </a:spcBef>
              <a:spcAft>
                <a:spcPts val="0"/>
              </a:spcAft>
              <a:buSzPts val="11919"/>
              <a:buNone/>
              <a:defRPr sz="10428"/>
            </a:lvl7pPr>
            <a:lvl8pPr lvl="7">
              <a:spcBef>
                <a:spcPts val="0"/>
              </a:spcBef>
              <a:spcAft>
                <a:spcPts val="0"/>
              </a:spcAft>
              <a:buSzPts val="11919"/>
              <a:buNone/>
              <a:defRPr sz="10428"/>
            </a:lvl8pPr>
            <a:lvl9pPr lvl="8">
              <a:spcBef>
                <a:spcPts val="0"/>
              </a:spcBef>
              <a:spcAft>
                <a:spcPts val="0"/>
              </a:spcAft>
              <a:buSzPts val="11919"/>
              <a:buNone/>
              <a:defRPr sz="10428"/>
            </a:lvl9pPr>
          </a:lstStyle>
          <a:p>
            <a:endParaRPr/>
          </a:p>
        </p:txBody>
      </p:sp>
      <p:sp>
        <p:nvSpPr>
          <p:cNvPr id="27" name="Google Shape;27;p6"/>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1402650" y="4148480"/>
            <a:ext cx="12636000" cy="5642576"/>
          </a:xfrm>
          <a:prstGeom prst="rect">
            <a:avLst/>
          </a:prstGeom>
        </p:spPr>
        <p:txBody>
          <a:bodyPr spcFirstLastPara="1" wrap="square" lIns="389175" tIns="389175" rIns="389175" bIns="389175" anchor="b" anchorCtr="0">
            <a:normAutofit/>
          </a:bodyPr>
          <a:lstStyle>
            <a:lvl1pPr lvl="0">
              <a:spcBef>
                <a:spcPts val="0"/>
              </a:spcBef>
              <a:spcAft>
                <a:spcPts val="0"/>
              </a:spcAft>
              <a:buSzPts val="10216"/>
              <a:buNone/>
              <a:defRPr sz="8938"/>
            </a:lvl1pPr>
            <a:lvl2pPr lvl="1">
              <a:spcBef>
                <a:spcPts val="0"/>
              </a:spcBef>
              <a:spcAft>
                <a:spcPts val="0"/>
              </a:spcAft>
              <a:buSzPts val="10216"/>
              <a:buNone/>
              <a:defRPr sz="8938"/>
            </a:lvl2pPr>
            <a:lvl3pPr lvl="2">
              <a:spcBef>
                <a:spcPts val="0"/>
              </a:spcBef>
              <a:spcAft>
                <a:spcPts val="0"/>
              </a:spcAft>
              <a:buSzPts val="10216"/>
              <a:buNone/>
              <a:defRPr sz="8938"/>
            </a:lvl3pPr>
            <a:lvl4pPr lvl="3">
              <a:spcBef>
                <a:spcPts val="0"/>
              </a:spcBef>
              <a:spcAft>
                <a:spcPts val="0"/>
              </a:spcAft>
              <a:buSzPts val="10216"/>
              <a:buNone/>
              <a:defRPr sz="8938"/>
            </a:lvl4pPr>
            <a:lvl5pPr lvl="4">
              <a:spcBef>
                <a:spcPts val="0"/>
              </a:spcBef>
              <a:spcAft>
                <a:spcPts val="0"/>
              </a:spcAft>
              <a:buSzPts val="10216"/>
              <a:buNone/>
              <a:defRPr sz="8938"/>
            </a:lvl5pPr>
            <a:lvl6pPr lvl="5">
              <a:spcBef>
                <a:spcPts val="0"/>
              </a:spcBef>
              <a:spcAft>
                <a:spcPts val="0"/>
              </a:spcAft>
              <a:buSzPts val="10216"/>
              <a:buNone/>
              <a:defRPr sz="8938"/>
            </a:lvl6pPr>
            <a:lvl7pPr lvl="6">
              <a:spcBef>
                <a:spcPts val="0"/>
              </a:spcBef>
              <a:spcAft>
                <a:spcPts val="0"/>
              </a:spcAft>
              <a:buSzPts val="10216"/>
              <a:buNone/>
              <a:defRPr sz="8938"/>
            </a:lvl7pPr>
            <a:lvl8pPr lvl="7">
              <a:spcBef>
                <a:spcPts val="0"/>
              </a:spcBef>
              <a:spcAft>
                <a:spcPts val="0"/>
              </a:spcAft>
              <a:buSzPts val="10216"/>
              <a:buNone/>
              <a:defRPr sz="8938"/>
            </a:lvl8pPr>
            <a:lvl9pPr lvl="8">
              <a:spcBef>
                <a:spcPts val="0"/>
              </a:spcBef>
              <a:spcAft>
                <a:spcPts val="0"/>
              </a:spcAft>
              <a:buSzPts val="10216"/>
              <a:buNone/>
              <a:defRPr sz="8938"/>
            </a:lvl9pPr>
          </a:lstStyle>
          <a:p>
            <a:endParaRPr/>
          </a:p>
        </p:txBody>
      </p:sp>
      <p:sp>
        <p:nvSpPr>
          <p:cNvPr id="30" name="Google Shape;30;p7"/>
          <p:cNvSpPr txBox="1">
            <a:spLocks noGrp="1"/>
          </p:cNvSpPr>
          <p:nvPr>
            <p:ph type="body" idx="1"/>
          </p:nvPr>
        </p:nvSpPr>
        <p:spPr>
          <a:xfrm>
            <a:off x="1402650" y="10375681"/>
            <a:ext cx="12636000" cy="23739141"/>
          </a:xfrm>
          <a:prstGeom prst="rect">
            <a:avLst/>
          </a:prstGeom>
        </p:spPr>
        <p:txBody>
          <a:bodyPr spcFirstLastPara="1" wrap="square" lIns="389175" tIns="389175" rIns="389175" bIns="389175" anchor="t" anchorCtr="0">
            <a:normAutofit/>
          </a:bodyPr>
          <a:lstStyle>
            <a:lvl1pPr marL="400050" lvl="0" indent="-483837">
              <a:spcBef>
                <a:spcPts val="0"/>
              </a:spcBef>
              <a:spcAft>
                <a:spcPts val="0"/>
              </a:spcAft>
              <a:buSzPts val="5108"/>
              <a:buChar char="●"/>
              <a:defRPr sz="4469"/>
            </a:lvl1pPr>
            <a:lvl2pPr marL="800100" lvl="1" indent="-483837">
              <a:spcBef>
                <a:spcPts val="0"/>
              </a:spcBef>
              <a:spcAft>
                <a:spcPts val="0"/>
              </a:spcAft>
              <a:buSzPts val="5108"/>
              <a:buChar char="○"/>
              <a:defRPr sz="4469"/>
            </a:lvl2pPr>
            <a:lvl3pPr marL="1200150" lvl="2" indent="-483837">
              <a:spcBef>
                <a:spcPts val="0"/>
              </a:spcBef>
              <a:spcAft>
                <a:spcPts val="0"/>
              </a:spcAft>
              <a:buSzPts val="5108"/>
              <a:buChar char="■"/>
              <a:defRPr sz="4469"/>
            </a:lvl3pPr>
            <a:lvl4pPr marL="1600200" lvl="3" indent="-483837">
              <a:spcBef>
                <a:spcPts val="0"/>
              </a:spcBef>
              <a:spcAft>
                <a:spcPts val="0"/>
              </a:spcAft>
              <a:buSzPts val="5108"/>
              <a:buChar char="●"/>
              <a:defRPr sz="4469"/>
            </a:lvl4pPr>
            <a:lvl5pPr marL="2000250" lvl="4" indent="-483837">
              <a:spcBef>
                <a:spcPts val="0"/>
              </a:spcBef>
              <a:spcAft>
                <a:spcPts val="0"/>
              </a:spcAft>
              <a:buSzPts val="5108"/>
              <a:buChar char="○"/>
              <a:defRPr sz="4469"/>
            </a:lvl5pPr>
            <a:lvl6pPr marL="2400300" lvl="5" indent="-483837">
              <a:spcBef>
                <a:spcPts val="0"/>
              </a:spcBef>
              <a:spcAft>
                <a:spcPts val="0"/>
              </a:spcAft>
              <a:buSzPts val="5108"/>
              <a:buChar char="■"/>
              <a:defRPr sz="4469"/>
            </a:lvl6pPr>
            <a:lvl7pPr marL="2800350" lvl="6" indent="-483837">
              <a:spcBef>
                <a:spcPts val="0"/>
              </a:spcBef>
              <a:spcAft>
                <a:spcPts val="0"/>
              </a:spcAft>
              <a:buSzPts val="5108"/>
              <a:buChar char="●"/>
              <a:defRPr sz="4469"/>
            </a:lvl7pPr>
            <a:lvl8pPr marL="3200400" lvl="7" indent="-483837">
              <a:spcBef>
                <a:spcPts val="0"/>
              </a:spcBef>
              <a:spcAft>
                <a:spcPts val="0"/>
              </a:spcAft>
              <a:buSzPts val="5108"/>
              <a:buChar char="○"/>
              <a:defRPr sz="4469"/>
            </a:lvl8pPr>
            <a:lvl9pPr marL="3600450" lvl="8" indent="-483837">
              <a:spcBef>
                <a:spcPts val="0"/>
              </a:spcBef>
              <a:spcAft>
                <a:spcPts val="0"/>
              </a:spcAft>
              <a:buSzPts val="5108"/>
              <a:buChar char="■"/>
              <a:defRPr sz="4469"/>
            </a:lvl9pPr>
          </a:lstStyle>
          <a:p>
            <a:endParaRPr/>
          </a:p>
        </p:txBody>
      </p:sp>
      <p:sp>
        <p:nvSpPr>
          <p:cNvPr id="31" name="Google Shape;31;p7"/>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2206125" y="3361120"/>
            <a:ext cx="28655157" cy="30544624"/>
          </a:xfrm>
          <a:prstGeom prst="rect">
            <a:avLst/>
          </a:prstGeom>
        </p:spPr>
        <p:txBody>
          <a:bodyPr spcFirstLastPara="1" wrap="square" lIns="389175" tIns="389175" rIns="389175" bIns="389175" anchor="ctr" anchorCtr="0">
            <a:normAutofit/>
          </a:bodyPr>
          <a:lstStyle>
            <a:lvl1pPr lvl="0">
              <a:spcBef>
                <a:spcPts val="0"/>
              </a:spcBef>
              <a:spcAft>
                <a:spcPts val="0"/>
              </a:spcAft>
              <a:buSzPts val="20432"/>
              <a:buNone/>
              <a:defRPr sz="17877"/>
            </a:lvl1pPr>
            <a:lvl2pPr lvl="1">
              <a:spcBef>
                <a:spcPts val="0"/>
              </a:spcBef>
              <a:spcAft>
                <a:spcPts val="0"/>
              </a:spcAft>
              <a:buSzPts val="20432"/>
              <a:buNone/>
              <a:defRPr sz="17877"/>
            </a:lvl2pPr>
            <a:lvl3pPr lvl="2">
              <a:spcBef>
                <a:spcPts val="0"/>
              </a:spcBef>
              <a:spcAft>
                <a:spcPts val="0"/>
              </a:spcAft>
              <a:buSzPts val="20432"/>
              <a:buNone/>
              <a:defRPr sz="17877"/>
            </a:lvl3pPr>
            <a:lvl4pPr lvl="3">
              <a:spcBef>
                <a:spcPts val="0"/>
              </a:spcBef>
              <a:spcAft>
                <a:spcPts val="0"/>
              </a:spcAft>
              <a:buSzPts val="20432"/>
              <a:buNone/>
              <a:defRPr sz="17877"/>
            </a:lvl4pPr>
            <a:lvl5pPr lvl="4">
              <a:spcBef>
                <a:spcPts val="0"/>
              </a:spcBef>
              <a:spcAft>
                <a:spcPts val="0"/>
              </a:spcAft>
              <a:buSzPts val="20432"/>
              <a:buNone/>
              <a:defRPr sz="17877"/>
            </a:lvl5pPr>
            <a:lvl6pPr lvl="5">
              <a:spcBef>
                <a:spcPts val="0"/>
              </a:spcBef>
              <a:spcAft>
                <a:spcPts val="0"/>
              </a:spcAft>
              <a:buSzPts val="20432"/>
              <a:buNone/>
              <a:defRPr sz="17877"/>
            </a:lvl6pPr>
            <a:lvl7pPr lvl="6">
              <a:spcBef>
                <a:spcPts val="0"/>
              </a:spcBef>
              <a:spcAft>
                <a:spcPts val="0"/>
              </a:spcAft>
              <a:buSzPts val="20432"/>
              <a:buNone/>
              <a:defRPr sz="17877"/>
            </a:lvl7pPr>
            <a:lvl8pPr lvl="7">
              <a:spcBef>
                <a:spcPts val="0"/>
              </a:spcBef>
              <a:spcAft>
                <a:spcPts val="0"/>
              </a:spcAft>
              <a:buSzPts val="20432"/>
              <a:buNone/>
              <a:defRPr sz="17877"/>
            </a:lvl8pPr>
            <a:lvl9pPr lvl="8">
              <a:spcBef>
                <a:spcPts val="0"/>
              </a:spcBef>
              <a:spcAft>
                <a:spcPts val="0"/>
              </a:spcAft>
              <a:buSzPts val="20432"/>
              <a:buNone/>
              <a:defRPr sz="17877"/>
            </a:lvl9pPr>
          </a:lstStyle>
          <a:p>
            <a:endParaRPr/>
          </a:p>
        </p:txBody>
      </p:sp>
      <p:sp>
        <p:nvSpPr>
          <p:cNvPr id="34" name="Google Shape;34;p8"/>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20574000" y="-934"/>
            <a:ext cx="20574000" cy="38404800"/>
          </a:xfrm>
          <a:prstGeom prst="rect">
            <a:avLst/>
          </a:prstGeom>
          <a:solidFill>
            <a:schemeClr val="lt2"/>
          </a:solidFill>
          <a:ln>
            <a:noFill/>
          </a:ln>
        </p:spPr>
        <p:txBody>
          <a:bodyPr spcFirstLastPara="1" wrap="square" lIns="340528" tIns="340528" rIns="340528" bIns="340528" anchor="ctr" anchorCtr="0">
            <a:noAutofit/>
          </a:bodyPr>
          <a:lstStyle/>
          <a:p>
            <a:pPr marL="0" lvl="0" indent="0" algn="l" rtl="0">
              <a:spcBef>
                <a:spcPts val="0"/>
              </a:spcBef>
              <a:spcAft>
                <a:spcPts val="0"/>
              </a:spcAft>
              <a:buNone/>
            </a:pPr>
            <a:endParaRPr sz="1225"/>
          </a:p>
        </p:txBody>
      </p:sp>
      <p:sp>
        <p:nvSpPr>
          <p:cNvPr id="37" name="Google Shape;37;p9"/>
          <p:cNvSpPr txBox="1">
            <a:spLocks noGrp="1"/>
          </p:cNvSpPr>
          <p:nvPr>
            <p:ph type="title"/>
          </p:nvPr>
        </p:nvSpPr>
        <p:spPr>
          <a:xfrm>
            <a:off x="1194750" y="9207707"/>
            <a:ext cx="18203344" cy="11067618"/>
          </a:xfrm>
          <a:prstGeom prst="rect">
            <a:avLst/>
          </a:prstGeom>
        </p:spPr>
        <p:txBody>
          <a:bodyPr spcFirstLastPara="1" wrap="square" lIns="389175" tIns="389175" rIns="389175" bIns="389175" anchor="b" anchorCtr="0">
            <a:normAutofit/>
          </a:bodyPr>
          <a:lstStyle>
            <a:lvl1pPr lvl="0" algn="ctr">
              <a:spcBef>
                <a:spcPts val="0"/>
              </a:spcBef>
              <a:spcAft>
                <a:spcPts val="0"/>
              </a:spcAft>
              <a:buSzPts val="17878"/>
              <a:buNone/>
              <a:defRPr sz="15642"/>
            </a:lvl1pPr>
            <a:lvl2pPr lvl="1" algn="ctr">
              <a:spcBef>
                <a:spcPts val="0"/>
              </a:spcBef>
              <a:spcAft>
                <a:spcPts val="0"/>
              </a:spcAft>
              <a:buSzPts val="17878"/>
              <a:buNone/>
              <a:defRPr sz="15642"/>
            </a:lvl2pPr>
            <a:lvl3pPr lvl="2" algn="ctr">
              <a:spcBef>
                <a:spcPts val="0"/>
              </a:spcBef>
              <a:spcAft>
                <a:spcPts val="0"/>
              </a:spcAft>
              <a:buSzPts val="17878"/>
              <a:buNone/>
              <a:defRPr sz="15642"/>
            </a:lvl3pPr>
            <a:lvl4pPr lvl="3" algn="ctr">
              <a:spcBef>
                <a:spcPts val="0"/>
              </a:spcBef>
              <a:spcAft>
                <a:spcPts val="0"/>
              </a:spcAft>
              <a:buSzPts val="17878"/>
              <a:buNone/>
              <a:defRPr sz="15642"/>
            </a:lvl4pPr>
            <a:lvl5pPr lvl="4" algn="ctr">
              <a:spcBef>
                <a:spcPts val="0"/>
              </a:spcBef>
              <a:spcAft>
                <a:spcPts val="0"/>
              </a:spcAft>
              <a:buSzPts val="17878"/>
              <a:buNone/>
              <a:defRPr sz="15642"/>
            </a:lvl5pPr>
            <a:lvl6pPr lvl="5" algn="ctr">
              <a:spcBef>
                <a:spcPts val="0"/>
              </a:spcBef>
              <a:spcAft>
                <a:spcPts val="0"/>
              </a:spcAft>
              <a:buSzPts val="17878"/>
              <a:buNone/>
              <a:defRPr sz="15642"/>
            </a:lvl6pPr>
            <a:lvl7pPr lvl="6" algn="ctr">
              <a:spcBef>
                <a:spcPts val="0"/>
              </a:spcBef>
              <a:spcAft>
                <a:spcPts val="0"/>
              </a:spcAft>
              <a:buSzPts val="17878"/>
              <a:buNone/>
              <a:defRPr sz="15642"/>
            </a:lvl7pPr>
            <a:lvl8pPr lvl="7" algn="ctr">
              <a:spcBef>
                <a:spcPts val="0"/>
              </a:spcBef>
              <a:spcAft>
                <a:spcPts val="0"/>
              </a:spcAft>
              <a:buSzPts val="17878"/>
              <a:buNone/>
              <a:defRPr sz="15642"/>
            </a:lvl8pPr>
            <a:lvl9pPr lvl="8" algn="ctr">
              <a:spcBef>
                <a:spcPts val="0"/>
              </a:spcBef>
              <a:spcAft>
                <a:spcPts val="0"/>
              </a:spcAft>
              <a:buSzPts val="17878"/>
              <a:buNone/>
              <a:defRPr sz="15642"/>
            </a:lvl9pPr>
          </a:lstStyle>
          <a:p>
            <a:endParaRPr/>
          </a:p>
        </p:txBody>
      </p:sp>
      <p:sp>
        <p:nvSpPr>
          <p:cNvPr id="38" name="Google Shape;38;p9"/>
          <p:cNvSpPr txBox="1">
            <a:spLocks noGrp="1"/>
          </p:cNvSpPr>
          <p:nvPr>
            <p:ph type="subTitle" idx="1"/>
          </p:nvPr>
        </p:nvSpPr>
        <p:spPr>
          <a:xfrm>
            <a:off x="1194750" y="20929627"/>
            <a:ext cx="18203344" cy="9222459"/>
          </a:xfrm>
          <a:prstGeom prst="rect">
            <a:avLst/>
          </a:prstGeom>
        </p:spPr>
        <p:txBody>
          <a:bodyPr spcFirstLastPara="1" wrap="square" lIns="389175" tIns="389175" rIns="389175" bIns="389175" anchor="t" anchorCtr="0">
            <a:normAutofit/>
          </a:bodyPr>
          <a:lstStyle>
            <a:lvl1pPr lvl="0" algn="ctr">
              <a:lnSpc>
                <a:spcPct val="100000"/>
              </a:lnSpc>
              <a:spcBef>
                <a:spcPts val="0"/>
              </a:spcBef>
              <a:spcAft>
                <a:spcPts val="0"/>
              </a:spcAft>
              <a:buSzPts val="8939"/>
              <a:buNone/>
              <a:defRPr sz="7821"/>
            </a:lvl1pPr>
            <a:lvl2pPr lvl="1" algn="ctr">
              <a:lnSpc>
                <a:spcPct val="100000"/>
              </a:lnSpc>
              <a:spcBef>
                <a:spcPts val="0"/>
              </a:spcBef>
              <a:spcAft>
                <a:spcPts val="0"/>
              </a:spcAft>
              <a:buSzPts val="8939"/>
              <a:buNone/>
              <a:defRPr sz="7821"/>
            </a:lvl2pPr>
            <a:lvl3pPr lvl="2" algn="ctr">
              <a:lnSpc>
                <a:spcPct val="100000"/>
              </a:lnSpc>
              <a:spcBef>
                <a:spcPts val="0"/>
              </a:spcBef>
              <a:spcAft>
                <a:spcPts val="0"/>
              </a:spcAft>
              <a:buSzPts val="8939"/>
              <a:buNone/>
              <a:defRPr sz="7821"/>
            </a:lvl3pPr>
            <a:lvl4pPr lvl="3" algn="ctr">
              <a:lnSpc>
                <a:spcPct val="100000"/>
              </a:lnSpc>
              <a:spcBef>
                <a:spcPts val="0"/>
              </a:spcBef>
              <a:spcAft>
                <a:spcPts val="0"/>
              </a:spcAft>
              <a:buSzPts val="8939"/>
              <a:buNone/>
              <a:defRPr sz="7821"/>
            </a:lvl4pPr>
            <a:lvl5pPr lvl="4" algn="ctr">
              <a:lnSpc>
                <a:spcPct val="100000"/>
              </a:lnSpc>
              <a:spcBef>
                <a:spcPts val="0"/>
              </a:spcBef>
              <a:spcAft>
                <a:spcPts val="0"/>
              </a:spcAft>
              <a:buSzPts val="8939"/>
              <a:buNone/>
              <a:defRPr sz="7821"/>
            </a:lvl5pPr>
            <a:lvl6pPr lvl="5" algn="ctr">
              <a:lnSpc>
                <a:spcPct val="100000"/>
              </a:lnSpc>
              <a:spcBef>
                <a:spcPts val="0"/>
              </a:spcBef>
              <a:spcAft>
                <a:spcPts val="0"/>
              </a:spcAft>
              <a:buSzPts val="8939"/>
              <a:buNone/>
              <a:defRPr sz="7821"/>
            </a:lvl6pPr>
            <a:lvl7pPr lvl="6" algn="ctr">
              <a:lnSpc>
                <a:spcPct val="100000"/>
              </a:lnSpc>
              <a:spcBef>
                <a:spcPts val="0"/>
              </a:spcBef>
              <a:spcAft>
                <a:spcPts val="0"/>
              </a:spcAft>
              <a:buSzPts val="8939"/>
              <a:buNone/>
              <a:defRPr sz="7821"/>
            </a:lvl7pPr>
            <a:lvl8pPr lvl="7" algn="ctr">
              <a:lnSpc>
                <a:spcPct val="100000"/>
              </a:lnSpc>
              <a:spcBef>
                <a:spcPts val="0"/>
              </a:spcBef>
              <a:spcAft>
                <a:spcPts val="0"/>
              </a:spcAft>
              <a:buSzPts val="8939"/>
              <a:buNone/>
              <a:defRPr sz="7821"/>
            </a:lvl8pPr>
            <a:lvl9pPr lvl="8" algn="ctr">
              <a:lnSpc>
                <a:spcPct val="100000"/>
              </a:lnSpc>
              <a:spcBef>
                <a:spcPts val="0"/>
              </a:spcBef>
              <a:spcAft>
                <a:spcPts val="0"/>
              </a:spcAft>
              <a:buSzPts val="8939"/>
              <a:buNone/>
              <a:defRPr sz="7821"/>
            </a:lvl9pPr>
          </a:lstStyle>
          <a:p>
            <a:endParaRPr/>
          </a:p>
        </p:txBody>
      </p:sp>
      <p:sp>
        <p:nvSpPr>
          <p:cNvPr id="39" name="Google Shape;39;p9"/>
          <p:cNvSpPr txBox="1">
            <a:spLocks noGrp="1"/>
          </p:cNvSpPr>
          <p:nvPr>
            <p:ph type="body" idx="2"/>
          </p:nvPr>
        </p:nvSpPr>
        <p:spPr>
          <a:xfrm>
            <a:off x="22227750" y="5406426"/>
            <a:ext cx="17266782" cy="27589924"/>
          </a:xfrm>
          <a:prstGeom prst="rect">
            <a:avLst/>
          </a:prstGeom>
        </p:spPr>
        <p:txBody>
          <a:bodyPr spcFirstLastPara="1" wrap="square" lIns="389175" tIns="389175" rIns="389175" bIns="389175" anchor="ctr" anchorCtr="0">
            <a:normAutofit/>
          </a:bodyPr>
          <a:lstStyle>
            <a:lvl1pPr marL="400050" lvl="0" indent="-625743">
              <a:spcBef>
                <a:spcPts val="0"/>
              </a:spcBef>
              <a:spcAft>
                <a:spcPts val="0"/>
              </a:spcAft>
              <a:buSzPts val="7662"/>
              <a:buChar char="●"/>
              <a:defRPr sz="6703"/>
            </a:lvl1pPr>
            <a:lvl2pPr marL="800100" lvl="1" indent="-531139">
              <a:spcBef>
                <a:spcPts val="0"/>
              </a:spcBef>
              <a:spcAft>
                <a:spcPts val="0"/>
              </a:spcAft>
              <a:buSzPts val="5959"/>
              <a:buChar char="○"/>
              <a:defRPr sz="5214"/>
            </a:lvl2pPr>
            <a:lvl3pPr marL="1200150" lvl="2" indent="-531139">
              <a:spcBef>
                <a:spcPts val="0"/>
              </a:spcBef>
              <a:spcAft>
                <a:spcPts val="0"/>
              </a:spcAft>
              <a:buSzPts val="5959"/>
              <a:buChar char="■"/>
              <a:defRPr sz="5214"/>
            </a:lvl3pPr>
            <a:lvl4pPr marL="1600200" lvl="3" indent="-531139">
              <a:spcBef>
                <a:spcPts val="0"/>
              </a:spcBef>
              <a:spcAft>
                <a:spcPts val="0"/>
              </a:spcAft>
              <a:buSzPts val="5959"/>
              <a:buChar char="●"/>
              <a:defRPr sz="5214"/>
            </a:lvl4pPr>
            <a:lvl5pPr marL="2000250" lvl="4" indent="-531139">
              <a:spcBef>
                <a:spcPts val="0"/>
              </a:spcBef>
              <a:spcAft>
                <a:spcPts val="0"/>
              </a:spcAft>
              <a:buSzPts val="5959"/>
              <a:buChar char="○"/>
              <a:defRPr sz="5214"/>
            </a:lvl5pPr>
            <a:lvl6pPr marL="2400300" lvl="5" indent="-531139">
              <a:spcBef>
                <a:spcPts val="0"/>
              </a:spcBef>
              <a:spcAft>
                <a:spcPts val="0"/>
              </a:spcAft>
              <a:buSzPts val="5959"/>
              <a:buChar char="■"/>
              <a:defRPr sz="5214"/>
            </a:lvl6pPr>
            <a:lvl7pPr marL="2800350" lvl="6" indent="-531139">
              <a:spcBef>
                <a:spcPts val="0"/>
              </a:spcBef>
              <a:spcAft>
                <a:spcPts val="0"/>
              </a:spcAft>
              <a:buSzPts val="5959"/>
              <a:buChar char="●"/>
              <a:defRPr sz="5214"/>
            </a:lvl7pPr>
            <a:lvl8pPr marL="3200400" lvl="7" indent="-531139">
              <a:spcBef>
                <a:spcPts val="0"/>
              </a:spcBef>
              <a:spcAft>
                <a:spcPts val="0"/>
              </a:spcAft>
              <a:buSzPts val="5959"/>
              <a:buChar char="○"/>
              <a:defRPr sz="5214"/>
            </a:lvl8pPr>
            <a:lvl9pPr marL="3600450" lvl="8" indent="-531139">
              <a:spcBef>
                <a:spcPts val="0"/>
              </a:spcBef>
              <a:spcAft>
                <a:spcPts val="0"/>
              </a:spcAft>
              <a:buSzPts val="5959"/>
              <a:buChar char="■"/>
              <a:defRPr sz="5214"/>
            </a:lvl9pPr>
          </a:lstStyle>
          <a:p>
            <a:endParaRPr/>
          </a:p>
        </p:txBody>
      </p:sp>
      <p:sp>
        <p:nvSpPr>
          <p:cNvPr id="40" name="Google Shape;40;p9"/>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1402650" y="31588295"/>
            <a:ext cx="26994938" cy="4517841"/>
          </a:xfrm>
          <a:prstGeom prst="rect">
            <a:avLst/>
          </a:prstGeom>
        </p:spPr>
        <p:txBody>
          <a:bodyPr spcFirstLastPara="1" wrap="square" lIns="389175" tIns="389175" rIns="389175" bIns="389175" anchor="ctr" anchorCtr="0">
            <a:normAutofit/>
          </a:bodyPr>
          <a:lstStyle>
            <a:lvl1pPr marL="400050" lvl="0" indent="-200025">
              <a:lnSpc>
                <a:spcPct val="100000"/>
              </a:lnSpc>
              <a:spcBef>
                <a:spcPts val="0"/>
              </a:spcBef>
              <a:spcAft>
                <a:spcPts val="0"/>
              </a:spcAft>
              <a:buSzPts val="7662"/>
              <a:buNone/>
              <a:defRPr sz="6703"/>
            </a:lvl1pPr>
          </a:lstStyle>
          <a:p>
            <a:endParaRPr/>
          </a:p>
        </p:txBody>
      </p:sp>
      <p:sp>
        <p:nvSpPr>
          <p:cNvPr id="43" name="Google Shape;43;p10"/>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1402650" y="8259067"/>
            <a:ext cx="38342250" cy="14660471"/>
          </a:xfrm>
          <a:prstGeom prst="rect">
            <a:avLst/>
          </a:prstGeom>
        </p:spPr>
        <p:txBody>
          <a:bodyPr spcFirstLastPara="1" wrap="square" lIns="389175" tIns="389175" rIns="389175" bIns="389175" anchor="b" anchorCtr="0">
            <a:normAutofit/>
          </a:bodyPr>
          <a:lstStyle>
            <a:lvl1pPr lvl="0" algn="ctr">
              <a:spcBef>
                <a:spcPts val="0"/>
              </a:spcBef>
              <a:spcAft>
                <a:spcPts val="0"/>
              </a:spcAft>
              <a:buSzPts val="51080"/>
              <a:buNone/>
              <a:defRPr sz="44694"/>
            </a:lvl1pPr>
            <a:lvl2pPr lvl="1" algn="ctr">
              <a:spcBef>
                <a:spcPts val="0"/>
              </a:spcBef>
              <a:spcAft>
                <a:spcPts val="0"/>
              </a:spcAft>
              <a:buSzPts val="51080"/>
              <a:buNone/>
              <a:defRPr sz="44694"/>
            </a:lvl2pPr>
            <a:lvl3pPr lvl="2" algn="ctr">
              <a:spcBef>
                <a:spcPts val="0"/>
              </a:spcBef>
              <a:spcAft>
                <a:spcPts val="0"/>
              </a:spcAft>
              <a:buSzPts val="51080"/>
              <a:buNone/>
              <a:defRPr sz="44694"/>
            </a:lvl3pPr>
            <a:lvl4pPr lvl="3" algn="ctr">
              <a:spcBef>
                <a:spcPts val="0"/>
              </a:spcBef>
              <a:spcAft>
                <a:spcPts val="0"/>
              </a:spcAft>
              <a:buSzPts val="51080"/>
              <a:buNone/>
              <a:defRPr sz="44694"/>
            </a:lvl4pPr>
            <a:lvl5pPr lvl="4" algn="ctr">
              <a:spcBef>
                <a:spcPts val="0"/>
              </a:spcBef>
              <a:spcAft>
                <a:spcPts val="0"/>
              </a:spcAft>
              <a:buSzPts val="51080"/>
              <a:buNone/>
              <a:defRPr sz="44694"/>
            </a:lvl5pPr>
            <a:lvl6pPr lvl="5" algn="ctr">
              <a:spcBef>
                <a:spcPts val="0"/>
              </a:spcBef>
              <a:spcAft>
                <a:spcPts val="0"/>
              </a:spcAft>
              <a:buSzPts val="51080"/>
              <a:buNone/>
              <a:defRPr sz="44694"/>
            </a:lvl6pPr>
            <a:lvl7pPr lvl="6" algn="ctr">
              <a:spcBef>
                <a:spcPts val="0"/>
              </a:spcBef>
              <a:spcAft>
                <a:spcPts val="0"/>
              </a:spcAft>
              <a:buSzPts val="51080"/>
              <a:buNone/>
              <a:defRPr sz="44694"/>
            </a:lvl7pPr>
            <a:lvl8pPr lvl="7" algn="ctr">
              <a:spcBef>
                <a:spcPts val="0"/>
              </a:spcBef>
              <a:spcAft>
                <a:spcPts val="0"/>
              </a:spcAft>
              <a:buSzPts val="51080"/>
              <a:buNone/>
              <a:defRPr sz="44694"/>
            </a:lvl8pPr>
            <a:lvl9pPr lvl="8" algn="ctr">
              <a:spcBef>
                <a:spcPts val="0"/>
              </a:spcBef>
              <a:spcAft>
                <a:spcPts val="0"/>
              </a:spcAft>
              <a:buSzPts val="51080"/>
              <a:buNone/>
              <a:defRPr sz="44694"/>
            </a:lvl9pPr>
          </a:lstStyle>
          <a:p>
            <a:r>
              <a:t>xx%</a:t>
            </a:r>
          </a:p>
        </p:txBody>
      </p:sp>
      <p:sp>
        <p:nvSpPr>
          <p:cNvPr id="46" name="Google Shape;46;p11"/>
          <p:cNvSpPr txBox="1">
            <a:spLocks noGrp="1"/>
          </p:cNvSpPr>
          <p:nvPr>
            <p:ph type="body" idx="1"/>
          </p:nvPr>
        </p:nvSpPr>
        <p:spPr>
          <a:xfrm>
            <a:off x="1402650" y="23536614"/>
            <a:ext cx="38342250" cy="9712376"/>
          </a:xfrm>
          <a:prstGeom prst="rect">
            <a:avLst/>
          </a:prstGeom>
        </p:spPr>
        <p:txBody>
          <a:bodyPr spcFirstLastPara="1" wrap="square" lIns="389175" tIns="389175" rIns="389175" bIns="389175" anchor="t" anchorCtr="0">
            <a:normAutofit/>
          </a:bodyPr>
          <a:lstStyle>
            <a:lvl1pPr marL="400050" lvl="0" indent="-625743" algn="ctr">
              <a:spcBef>
                <a:spcPts val="0"/>
              </a:spcBef>
              <a:spcAft>
                <a:spcPts val="0"/>
              </a:spcAft>
              <a:buSzPts val="7662"/>
              <a:buChar char="●"/>
              <a:defRPr sz="6703"/>
            </a:lvl1pPr>
            <a:lvl2pPr marL="800100" lvl="1" indent="-531139" algn="ctr">
              <a:spcBef>
                <a:spcPts val="0"/>
              </a:spcBef>
              <a:spcAft>
                <a:spcPts val="0"/>
              </a:spcAft>
              <a:buSzPts val="5959"/>
              <a:buChar char="○"/>
              <a:defRPr sz="5214"/>
            </a:lvl2pPr>
            <a:lvl3pPr marL="1200150" lvl="2" indent="-531139" algn="ctr">
              <a:spcBef>
                <a:spcPts val="0"/>
              </a:spcBef>
              <a:spcAft>
                <a:spcPts val="0"/>
              </a:spcAft>
              <a:buSzPts val="5959"/>
              <a:buChar char="■"/>
              <a:defRPr sz="5214"/>
            </a:lvl3pPr>
            <a:lvl4pPr marL="1600200" lvl="3" indent="-531139" algn="ctr">
              <a:spcBef>
                <a:spcPts val="0"/>
              </a:spcBef>
              <a:spcAft>
                <a:spcPts val="0"/>
              </a:spcAft>
              <a:buSzPts val="5959"/>
              <a:buChar char="●"/>
              <a:defRPr sz="5214"/>
            </a:lvl4pPr>
            <a:lvl5pPr marL="2000250" lvl="4" indent="-531139" algn="ctr">
              <a:spcBef>
                <a:spcPts val="0"/>
              </a:spcBef>
              <a:spcAft>
                <a:spcPts val="0"/>
              </a:spcAft>
              <a:buSzPts val="5959"/>
              <a:buChar char="○"/>
              <a:defRPr sz="5214"/>
            </a:lvl5pPr>
            <a:lvl6pPr marL="2400300" lvl="5" indent="-531139" algn="ctr">
              <a:spcBef>
                <a:spcPts val="0"/>
              </a:spcBef>
              <a:spcAft>
                <a:spcPts val="0"/>
              </a:spcAft>
              <a:buSzPts val="5959"/>
              <a:buChar char="■"/>
              <a:defRPr sz="5214"/>
            </a:lvl6pPr>
            <a:lvl7pPr marL="2800350" lvl="6" indent="-531139" algn="ctr">
              <a:spcBef>
                <a:spcPts val="0"/>
              </a:spcBef>
              <a:spcAft>
                <a:spcPts val="0"/>
              </a:spcAft>
              <a:buSzPts val="5959"/>
              <a:buChar char="●"/>
              <a:defRPr sz="5214"/>
            </a:lvl7pPr>
            <a:lvl8pPr marL="3200400" lvl="7" indent="-531139" algn="ctr">
              <a:spcBef>
                <a:spcPts val="0"/>
              </a:spcBef>
              <a:spcAft>
                <a:spcPts val="0"/>
              </a:spcAft>
              <a:buSzPts val="5959"/>
              <a:buChar char="○"/>
              <a:defRPr sz="5214"/>
            </a:lvl8pPr>
            <a:lvl9pPr marL="3600450" lvl="8" indent="-531139" algn="ctr">
              <a:spcBef>
                <a:spcPts val="0"/>
              </a:spcBef>
              <a:spcAft>
                <a:spcPts val="0"/>
              </a:spcAft>
              <a:buSzPts val="5959"/>
              <a:buChar char="■"/>
              <a:defRPr sz="5214"/>
            </a:lvl9pPr>
          </a:lstStyle>
          <a:p>
            <a:endParaRPr/>
          </a:p>
        </p:txBody>
      </p:sp>
      <p:sp>
        <p:nvSpPr>
          <p:cNvPr id="47" name="Google Shape;47;p11"/>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38126061" y="34818686"/>
            <a:ext cx="2469094" cy="2938765"/>
          </a:xfrm>
          <a:prstGeom prst="rect">
            <a:avLst/>
          </a:prstGeom>
        </p:spPr>
        <p:txBody>
          <a:bodyPr spcFirstLastPara="1" wrap="square" lIns="389175" tIns="389175" rIns="389175" bIns="389175" anchor="ctr" anchorCtr="0">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02650" y="3322855"/>
            <a:ext cx="38342250" cy="4275847"/>
          </a:xfrm>
          <a:prstGeom prst="rect">
            <a:avLst/>
          </a:prstGeom>
          <a:noFill/>
          <a:ln>
            <a:noFill/>
          </a:ln>
        </p:spPr>
        <p:txBody>
          <a:bodyPr spcFirstLastPara="1" wrap="square" lIns="389175" tIns="389175" rIns="389175" bIns="389175" anchor="t" anchorCtr="0">
            <a:normAutofit/>
          </a:bodyPr>
          <a:lstStyle>
            <a:lvl1pPr lvl="0">
              <a:spcBef>
                <a:spcPts val="0"/>
              </a:spcBef>
              <a:spcAft>
                <a:spcPts val="0"/>
              </a:spcAft>
              <a:buClr>
                <a:schemeClr val="dk1"/>
              </a:buClr>
              <a:buSzPts val="11919"/>
              <a:buNone/>
              <a:defRPr sz="11918">
                <a:solidFill>
                  <a:schemeClr val="dk1"/>
                </a:solidFill>
              </a:defRPr>
            </a:lvl1pPr>
            <a:lvl2pPr lvl="1">
              <a:spcBef>
                <a:spcPts val="0"/>
              </a:spcBef>
              <a:spcAft>
                <a:spcPts val="0"/>
              </a:spcAft>
              <a:buClr>
                <a:schemeClr val="dk1"/>
              </a:buClr>
              <a:buSzPts val="11919"/>
              <a:buNone/>
              <a:defRPr sz="11918">
                <a:solidFill>
                  <a:schemeClr val="dk1"/>
                </a:solidFill>
              </a:defRPr>
            </a:lvl2pPr>
            <a:lvl3pPr lvl="2">
              <a:spcBef>
                <a:spcPts val="0"/>
              </a:spcBef>
              <a:spcAft>
                <a:spcPts val="0"/>
              </a:spcAft>
              <a:buClr>
                <a:schemeClr val="dk1"/>
              </a:buClr>
              <a:buSzPts val="11919"/>
              <a:buNone/>
              <a:defRPr sz="11918">
                <a:solidFill>
                  <a:schemeClr val="dk1"/>
                </a:solidFill>
              </a:defRPr>
            </a:lvl3pPr>
            <a:lvl4pPr lvl="3">
              <a:spcBef>
                <a:spcPts val="0"/>
              </a:spcBef>
              <a:spcAft>
                <a:spcPts val="0"/>
              </a:spcAft>
              <a:buClr>
                <a:schemeClr val="dk1"/>
              </a:buClr>
              <a:buSzPts val="11919"/>
              <a:buNone/>
              <a:defRPr sz="11918">
                <a:solidFill>
                  <a:schemeClr val="dk1"/>
                </a:solidFill>
              </a:defRPr>
            </a:lvl4pPr>
            <a:lvl5pPr lvl="4">
              <a:spcBef>
                <a:spcPts val="0"/>
              </a:spcBef>
              <a:spcAft>
                <a:spcPts val="0"/>
              </a:spcAft>
              <a:buClr>
                <a:schemeClr val="dk1"/>
              </a:buClr>
              <a:buSzPts val="11919"/>
              <a:buNone/>
              <a:defRPr sz="11918">
                <a:solidFill>
                  <a:schemeClr val="dk1"/>
                </a:solidFill>
              </a:defRPr>
            </a:lvl5pPr>
            <a:lvl6pPr lvl="5">
              <a:spcBef>
                <a:spcPts val="0"/>
              </a:spcBef>
              <a:spcAft>
                <a:spcPts val="0"/>
              </a:spcAft>
              <a:buClr>
                <a:schemeClr val="dk1"/>
              </a:buClr>
              <a:buSzPts val="11919"/>
              <a:buNone/>
              <a:defRPr sz="11918">
                <a:solidFill>
                  <a:schemeClr val="dk1"/>
                </a:solidFill>
              </a:defRPr>
            </a:lvl6pPr>
            <a:lvl7pPr lvl="6">
              <a:spcBef>
                <a:spcPts val="0"/>
              </a:spcBef>
              <a:spcAft>
                <a:spcPts val="0"/>
              </a:spcAft>
              <a:buClr>
                <a:schemeClr val="dk1"/>
              </a:buClr>
              <a:buSzPts val="11919"/>
              <a:buNone/>
              <a:defRPr sz="11918">
                <a:solidFill>
                  <a:schemeClr val="dk1"/>
                </a:solidFill>
              </a:defRPr>
            </a:lvl7pPr>
            <a:lvl8pPr lvl="7">
              <a:spcBef>
                <a:spcPts val="0"/>
              </a:spcBef>
              <a:spcAft>
                <a:spcPts val="0"/>
              </a:spcAft>
              <a:buClr>
                <a:schemeClr val="dk1"/>
              </a:buClr>
              <a:buSzPts val="11919"/>
              <a:buNone/>
              <a:defRPr sz="11918">
                <a:solidFill>
                  <a:schemeClr val="dk1"/>
                </a:solidFill>
              </a:defRPr>
            </a:lvl8pPr>
            <a:lvl9pPr lvl="8">
              <a:spcBef>
                <a:spcPts val="0"/>
              </a:spcBef>
              <a:spcAft>
                <a:spcPts val="0"/>
              </a:spcAft>
              <a:buClr>
                <a:schemeClr val="dk1"/>
              </a:buClr>
              <a:buSzPts val="11919"/>
              <a:buNone/>
              <a:defRPr sz="11918">
                <a:solidFill>
                  <a:schemeClr val="dk1"/>
                </a:solidFill>
              </a:defRPr>
            </a:lvl9pPr>
          </a:lstStyle>
          <a:p>
            <a:endParaRPr/>
          </a:p>
        </p:txBody>
      </p:sp>
      <p:sp>
        <p:nvSpPr>
          <p:cNvPr id="7" name="Google Shape;7;p1"/>
          <p:cNvSpPr txBox="1">
            <a:spLocks noGrp="1"/>
          </p:cNvSpPr>
          <p:nvPr>
            <p:ph type="body" idx="1"/>
          </p:nvPr>
        </p:nvSpPr>
        <p:spPr>
          <a:xfrm>
            <a:off x="1402650" y="8605147"/>
            <a:ext cx="38342250" cy="25509071"/>
          </a:xfrm>
          <a:prstGeom prst="rect">
            <a:avLst/>
          </a:prstGeom>
          <a:noFill/>
          <a:ln>
            <a:noFill/>
          </a:ln>
        </p:spPr>
        <p:txBody>
          <a:bodyPr spcFirstLastPara="1" wrap="square" lIns="389175" tIns="389175" rIns="389175" bIns="389175" anchor="t" anchorCtr="0">
            <a:normAutofit/>
          </a:bodyPr>
          <a:lstStyle>
            <a:lvl1pPr marL="457200" lvl="0" indent="-715135">
              <a:lnSpc>
                <a:spcPct val="115000"/>
              </a:lnSpc>
              <a:spcBef>
                <a:spcPts val="0"/>
              </a:spcBef>
              <a:spcAft>
                <a:spcPts val="0"/>
              </a:spcAft>
              <a:buClr>
                <a:schemeClr val="dk2"/>
              </a:buClr>
              <a:buSzPts val="7662"/>
              <a:buChar char="●"/>
              <a:defRPr sz="7661">
                <a:solidFill>
                  <a:schemeClr val="dk2"/>
                </a:solidFill>
              </a:defRPr>
            </a:lvl1pPr>
            <a:lvl2pPr marL="914400" lvl="1" indent="-607016">
              <a:lnSpc>
                <a:spcPct val="115000"/>
              </a:lnSpc>
              <a:spcBef>
                <a:spcPts val="0"/>
              </a:spcBef>
              <a:spcAft>
                <a:spcPts val="0"/>
              </a:spcAft>
              <a:buClr>
                <a:schemeClr val="dk2"/>
              </a:buClr>
              <a:buSzPts val="5959"/>
              <a:buChar char="○"/>
              <a:defRPr sz="5959">
                <a:solidFill>
                  <a:schemeClr val="dk2"/>
                </a:solidFill>
              </a:defRPr>
            </a:lvl2pPr>
            <a:lvl3pPr marL="1371600" lvl="2" indent="-607016">
              <a:lnSpc>
                <a:spcPct val="115000"/>
              </a:lnSpc>
              <a:spcBef>
                <a:spcPts val="0"/>
              </a:spcBef>
              <a:spcAft>
                <a:spcPts val="0"/>
              </a:spcAft>
              <a:buClr>
                <a:schemeClr val="dk2"/>
              </a:buClr>
              <a:buSzPts val="5959"/>
              <a:buChar char="■"/>
              <a:defRPr sz="5959">
                <a:solidFill>
                  <a:schemeClr val="dk2"/>
                </a:solidFill>
              </a:defRPr>
            </a:lvl3pPr>
            <a:lvl4pPr marL="1828800" lvl="3" indent="-607016">
              <a:lnSpc>
                <a:spcPct val="115000"/>
              </a:lnSpc>
              <a:spcBef>
                <a:spcPts val="0"/>
              </a:spcBef>
              <a:spcAft>
                <a:spcPts val="0"/>
              </a:spcAft>
              <a:buClr>
                <a:schemeClr val="dk2"/>
              </a:buClr>
              <a:buSzPts val="5959"/>
              <a:buChar char="●"/>
              <a:defRPr sz="5959">
                <a:solidFill>
                  <a:schemeClr val="dk2"/>
                </a:solidFill>
              </a:defRPr>
            </a:lvl4pPr>
            <a:lvl5pPr marL="2286000" lvl="4" indent="-607016">
              <a:lnSpc>
                <a:spcPct val="115000"/>
              </a:lnSpc>
              <a:spcBef>
                <a:spcPts val="0"/>
              </a:spcBef>
              <a:spcAft>
                <a:spcPts val="0"/>
              </a:spcAft>
              <a:buClr>
                <a:schemeClr val="dk2"/>
              </a:buClr>
              <a:buSzPts val="5959"/>
              <a:buChar char="○"/>
              <a:defRPr sz="5959">
                <a:solidFill>
                  <a:schemeClr val="dk2"/>
                </a:solidFill>
              </a:defRPr>
            </a:lvl5pPr>
            <a:lvl6pPr marL="2743200" lvl="5" indent="-607016">
              <a:lnSpc>
                <a:spcPct val="115000"/>
              </a:lnSpc>
              <a:spcBef>
                <a:spcPts val="0"/>
              </a:spcBef>
              <a:spcAft>
                <a:spcPts val="0"/>
              </a:spcAft>
              <a:buClr>
                <a:schemeClr val="dk2"/>
              </a:buClr>
              <a:buSzPts val="5959"/>
              <a:buChar char="■"/>
              <a:defRPr sz="5959">
                <a:solidFill>
                  <a:schemeClr val="dk2"/>
                </a:solidFill>
              </a:defRPr>
            </a:lvl6pPr>
            <a:lvl7pPr marL="3200400" lvl="6" indent="-607016">
              <a:lnSpc>
                <a:spcPct val="115000"/>
              </a:lnSpc>
              <a:spcBef>
                <a:spcPts val="0"/>
              </a:spcBef>
              <a:spcAft>
                <a:spcPts val="0"/>
              </a:spcAft>
              <a:buClr>
                <a:schemeClr val="dk2"/>
              </a:buClr>
              <a:buSzPts val="5959"/>
              <a:buChar char="●"/>
              <a:defRPr sz="5959">
                <a:solidFill>
                  <a:schemeClr val="dk2"/>
                </a:solidFill>
              </a:defRPr>
            </a:lvl7pPr>
            <a:lvl8pPr marL="3657600" lvl="7" indent="-607016">
              <a:lnSpc>
                <a:spcPct val="115000"/>
              </a:lnSpc>
              <a:spcBef>
                <a:spcPts val="0"/>
              </a:spcBef>
              <a:spcAft>
                <a:spcPts val="0"/>
              </a:spcAft>
              <a:buClr>
                <a:schemeClr val="dk2"/>
              </a:buClr>
              <a:buSzPts val="5959"/>
              <a:buChar char="○"/>
              <a:defRPr sz="5959">
                <a:solidFill>
                  <a:schemeClr val="dk2"/>
                </a:solidFill>
              </a:defRPr>
            </a:lvl8pPr>
            <a:lvl9pPr marL="4114800" lvl="8" indent="-607016">
              <a:lnSpc>
                <a:spcPct val="115000"/>
              </a:lnSpc>
              <a:spcBef>
                <a:spcPts val="0"/>
              </a:spcBef>
              <a:spcAft>
                <a:spcPts val="0"/>
              </a:spcAft>
              <a:buClr>
                <a:schemeClr val="dk2"/>
              </a:buClr>
              <a:buSzPts val="5959"/>
              <a:buChar char="■"/>
              <a:defRPr sz="5959">
                <a:solidFill>
                  <a:schemeClr val="dk2"/>
                </a:solidFill>
              </a:defRPr>
            </a:lvl9pPr>
          </a:lstStyle>
          <a:p>
            <a:endParaRPr/>
          </a:p>
        </p:txBody>
      </p:sp>
      <p:sp>
        <p:nvSpPr>
          <p:cNvPr id="8" name="Google Shape;8;p1"/>
          <p:cNvSpPr txBox="1">
            <a:spLocks noGrp="1"/>
          </p:cNvSpPr>
          <p:nvPr>
            <p:ph type="sldNum" idx="12"/>
          </p:nvPr>
        </p:nvSpPr>
        <p:spPr>
          <a:xfrm>
            <a:off x="38126061" y="34818686"/>
            <a:ext cx="2469094" cy="2938765"/>
          </a:xfrm>
          <a:prstGeom prst="rect">
            <a:avLst/>
          </a:prstGeom>
          <a:noFill/>
          <a:ln>
            <a:noFill/>
          </a:ln>
        </p:spPr>
        <p:txBody>
          <a:bodyPr spcFirstLastPara="1" wrap="square" lIns="389175" tIns="389175" rIns="389175" bIns="389175" anchor="ctr" anchorCtr="0">
            <a:normAutofit/>
          </a:bodyPr>
          <a:lstStyle>
            <a:lvl1pPr lvl="0" algn="r">
              <a:buNone/>
              <a:defRPr sz="3724">
                <a:solidFill>
                  <a:schemeClr val="dk2"/>
                </a:solidFill>
              </a:defRPr>
            </a:lvl1pPr>
            <a:lvl2pPr lvl="1" algn="r">
              <a:buNone/>
              <a:defRPr sz="3724">
                <a:solidFill>
                  <a:schemeClr val="dk2"/>
                </a:solidFill>
              </a:defRPr>
            </a:lvl2pPr>
            <a:lvl3pPr lvl="2" algn="r">
              <a:buNone/>
              <a:defRPr sz="3724">
                <a:solidFill>
                  <a:schemeClr val="dk2"/>
                </a:solidFill>
              </a:defRPr>
            </a:lvl3pPr>
            <a:lvl4pPr lvl="3" algn="r">
              <a:buNone/>
              <a:defRPr sz="3724">
                <a:solidFill>
                  <a:schemeClr val="dk2"/>
                </a:solidFill>
              </a:defRPr>
            </a:lvl4pPr>
            <a:lvl5pPr lvl="4" algn="r">
              <a:buNone/>
              <a:defRPr sz="3724">
                <a:solidFill>
                  <a:schemeClr val="dk2"/>
                </a:solidFill>
              </a:defRPr>
            </a:lvl5pPr>
            <a:lvl6pPr lvl="5" algn="r">
              <a:buNone/>
              <a:defRPr sz="3724">
                <a:solidFill>
                  <a:schemeClr val="dk2"/>
                </a:solidFill>
              </a:defRPr>
            </a:lvl6pPr>
            <a:lvl7pPr lvl="6" algn="r">
              <a:buNone/>
              <a:defRPr sz="3724">
                <a:solidFill>
                  <a:schemeClr val="dk2"/>
                </a:solidFill>
              </a:defRPr>
            </a:lvl7pPr>
            <a:lvl8pPr lvl="7" algn="r">
              <a:buNone/>
              <a:defRPr sz="3724">
                <a:solidFill>
                  <a:schemeClr val="dk2"/>
                </a:solidFill>
              </a:defRPr>
            </a:lvl8pPr>
            <a:lvl9pPr lvl="8" algn="r">
              <a:buNone/>
              <a:defRPr sz="3724">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225"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image" Target="../media/image9.jpg"/><Relationship Id="rId5" Type="http://schemas.openxmlformats.org/officeDocument/2006/relationships/image" Target="../media/image3.png"/><Relationship Id="rId10" Type="http://schemas.openxmlformats.org/officeDocument/2006/relationships/image" Target="../media/image8.jp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Rectangle 1">
            <a:extLst>
              <a:ext uri="{FF2B5EF4-FFF2-40B4-BE49-F238E27FC236}">
                <a16:creationId xmlns:a16="http://schemas.microsoft.com/office/drawing/2014/main" id="{EA6BD2FC-0A7B-E41E-8B34-FA9B5453EFC6}"/>
              </a:ext>
            </a:extLst>
          </p:cNvPr>
          <p:cNvSpPr/>
          <p:nvPr/>
        </p:nvSpPr>
        <p:spPr>
          <a:xfrm>
            <a:off x="737271" y="5033882"/>
            <a:ext cx="39172086" cy="3361575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54" name="Google Shape;54;p13"/>
          <p:cNvSpPr/>
          <p:nvPr/>
        </p:nvSpPr>
        <p:spPr>
          <a:xfrm>
            <a:off x="12255553" y="5080974"/>
            <a:ext cx="16262664" cy="33323825"/>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79997" tIns="79997" rIns="79997" bIns="79997" anchor="ctr" anchorCtr="0">
            <a:noAutofit/>
          </a:bodyPr>
          <a:lstStyle/>
          <a:p>
            <a:pPr algn="ctr"/>
            <a:endParaRPr sz="1225"/>
          </a:p>
        </p:txBody>
      </p:sp>
      <p:sp>
        <p:nvSpPr>
          <p:cNvPr id="79" name="Google Shape;79;p13"/>
          <p:cNvSpPr/>
          <p:nvPr/>
        </p:nvSpPr>
        <p:spPr>
          <a:xfrm>
            <a:off x="1317785" y="4965535"/>
            <a:ext cx="11105330" cy="15955480"/>
          </a:xfrm>
          <a:prstGeom prst="rect">
            <a:avLst/>
          </a:prstGeom>
          <a:solidFill>
            <a:schemeClr val="dk1"/>
          </a:solidFill>
          <a:ln w="32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pPr algn="ctr"/>
            <a:endParaRPr sz="1032"/>
          </a:p>
        </p:txBody>
      </p:sp>
      <p:grpSp>
        <p:nvGrpSpPr>
          <p:cNvPr id="68" name="Google Shape;68;p13"/>
          <p:cNvGrpSpPr/>
          <p:nvPr/>
        </p:nvGrpSpPr>
        <p:grpSpPr>
          <a:xfrm>
            <a:off x="26701677" y="25642376"/>
            <a:ext cx="13207680" cy="12906143"/>
            <a:chOff x="34704538" y="29046875"/>
            <a:chExt cx="17611120" cy="14343334"/>
          </a:xfrm>
        </p:grpSpPr>
        <p:sp>
          <p:nvSpPr>
            <p:cNvPr id="69" name="Google Shape;69;p13"/>
            <p:cNvSpPr/>
            <p:nvPr/>
          </p:nvSpPr>
          <p:spPr>
            <a:xfrm>
              <a:off x="34704538" y="29046875"/>
              <a:ext cx="17611120" cy="14343334"/>
            </a:xfrm>
            <a:prstGeom prst="rect">
              <a:avLst/>
            </a:prstGeom>
            <a:solidFill>
              <a:schemeClr val="dk1"/>
            </a:solidFill>
            <a:ln w="32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pPr algn="ctr"/>
              <a:endParaRPr sz="1032"/>
            </a:p>
          </p:txBody>
        </p:sp>
        <p:sp>
          <p:nvSpPr>
            <p:cNvPr id="70" name="Google Shape;70;p13"/>
            <p:cNvSpPr/>
            <p:nvPr/>
          </p:nvSpPr>
          <p:spPr>
            <a:xfrm>
              <a:off x="36835282" y="31483115"/>
              <a:ext cx="15213235" cy="11579475"/>
            </a:xfrm>
            <a:prstGeom prst="roundRect">
              <a:avLst>
                <a:gd name="adj" fmla="val 9709"/>
              </a:avLst>
            </a:prstGeom>
            <a:solidFill>
              <a:schemeClr val="lt1"/>
            </a:solidFill>
            <a:ln w="32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pPr algn="ctr"/>
              <a:endParaRPr sz="1032" dirty="0"/>
            </a:p>
          </p:txBody>
        </p:sp>
        <p:sp>
          <p:nvSpPr>
            <p:cNvPr id="71" name="Google Shape;71;p13"/>
            <p:cNvSpPr txBox="1"/>
            <p:nvPr/>
          </p:nvSpPr>
          <p:spPr>
            <a:xfrm>
              <a:off x="37167613" y="31623959"/>
              <a:ext cx="14784132" cy="10786949"/>
            </a:xfrm>
            <a:prstGeom prst="rect">
              <a:avLst/>
            </a:prstGeom>
            <a:noFill/>
            <a:ln>
              <a:noFill/>
            </a:ln>
          </p:spPr>
          <p:txBody>
            <a:bodyPr spcFirstLastPara="1" wrap="square" lIns="67397" tIns="67397" rIns="67397" bIns="67397" anchor="t" anchorCtr="0">
              <a:spAutoFit/>
            </a:bodyPr>
            <a:lstStyle/>
            <a:p>
              <a:pPr algn="ctr"/>
              <a:r>
                <a:rPr lang="en" sz="5082" dirty="0">
                  <a:solidFill>
                    <a:schemeClr val="dk2"/>
                  </a:solidFill>
                </a:rPr>
                <a:t>Citations</a:t>
              </a:r>
            </a:p>
            <a:p>
              <a:r>
                <a:rPr lang="en-US" sz="1600" dirty="0"/>
                <a:t>[1] Diwan et al., “A Novel Method for Event Reconstruction in Liquid Argon Time Projection Chamber”</a:t>
              </a:r>
            </a:p>
            <a:p>
              <a:r>
                <a:rPr lang="en-US" sz="1600" dirty="0"/>
                <a:t>[2] Abi et al., “Deep Underground Neutrino Experiment (DUNE), Far Detector Technical Design Report, Volume II”</a:t>
              </a:r>
            </a:p>
            <a:p>
              <a:r>
                <a:rPr lang="en-US" sz="1600" dirty="0"/>
                <a:t>[3] Fukuda et al., “Evidence for Oscillation of Atmospheric Neutrinos”</a:t>
              </a:r>
            </a:p>
            <a:p>
              <a:r>
                <a:rPr lang="en-US" sz="1600" dirty="0"/>
                <a:t>[4] Davis et al., “Search for Neutrinos from the Sun”; Scott, “The Cosmic Neutrino Background”</a:t>
              </a:r>
            </a:p>
            <a:p>
              <a:r>
                <a:rPr lang="en-US" sz="1600" dirty="0"/>
                <a:t>[5] Collaboration et al., “The Long-Baseline Neutrino Experiment”</a:t>
              </a:r>
            </a:p>
            <a:p>
              <a:r>
                <a:rPr lang="en-US" sz="1600" dirty="0"/>
                <a:t>[6] Gaillard et al., “The Standard Model of Particle Physics.”</a:t>
              </a:r>
            </a:p>
            <a:p>
              <a:r>
                <a:rPr lang="en-US" sz="1600" dirty="0"/>
                <a:t>[7] Sakurai et al., “The Variation of the Solar Neutrino Fluxes over Time in the Homestake, GALLEX(GNO) and Super-</a:t>
              </a:r>
              <a:r>
                <a:rPr lang="en-US" sz="1600" dirty="0" err="1"/>
                <a:t>Kamiokande</a:t>
              </a:r>
              <a:r>
                <a:rPr lang="en-US" sz="1600" dirty="0"/>
                <a:t> Experiments.”</a:t>
              </a:r>
            </a:p>
            <a:p>
              <a:r>
                <a:rPr lang="en-US" sz="1600" dirty="0"/>
                <a:t>[8] Hernández and Valencia, </a:t>
              </a:r>
              <a:r>
                <a:rPr lang="en-US" sz="1600" i="1" dirty="0"/>
                <a:t>NEUTRINOS: OPEN QUESTIONS</a:t>
              </a:r>
              <a:r>
                <a:rPr lang="en-US" sz="1600" dirty="0"/>
                <a:t>.</a:t>
              </a:r>
            </a:p>
            <a:p>
              <a:r>
                <a:rPr lang="en-US" sz="1600" dirty="0"/>
                <a:t>[9] Mondal, “Physics of Neutrino Oscillation.”</a:t>
              </a:r>
            </a:p>
            <a:p>
              <a:r>
                <a:rPr lang="en-US" sz="1600" dirty="0"/>
                <a:t>[10] Fernandez, </a:t>
              </a:r>
              <a:r>
                <a:rPr lang="en-US" sz="1600" i="1" dirty="0"/>
                <a:t>Neutrino Physics in Present and Future </a:t>
              </a:r>
              <a:r>
                <a:rPr lang="en-US" sz="1600" i="1" dirty="0" err="1"/>
                <a:t>Kamioka</a:t>
              </a:r>
              <a:r>
                <a:rPr lang="en-US" sz="1600" i="1" dirty="0"/>
                <a:t> Water-Cherenkov Detectors with Neutron Tagging</a:t>
              </a:r>
              <a:r>
                <a:rPr lang="en-US" sz="1600" dirty="0"/>
                <a:t>.</a:t>
              </a:r>
            </a:p>
            <a:p>
              <a:r>
                <a:rPr lang="en-US" sz="1600" dirty="0"/>
                <a:t>[11] Santos, “Diffuse Supernova Neutrino Background.”</a:t>
              </a:r>
            </a:p>
            <a:p>
              <a:r>
                <a:rPr lang="en-US" sz="1600" dirty="0"/>
                <a:t>[12] Collaboration, “PINGU: A Vision for Neutrino and Particle Physics at the South Pole.”</a:t>
              </a:r>
            </a:p>
            <a:p>
              <a:r>
                <a:rPr lang="en-US" sz="1600" dirty="0"/>
                <a:t>[13] </a:t>
              </a:r>
              <a:r>
                <a:rPr lang="en-US" sz="1600" i="1" dirty="0"/>
                <a:t>All Things Neutrino</a:t>
              </a:r>
              <a:r>
                <a:rPr lang="en-US" sz="1600" dirty="0"/>
                <a:t>. (n.d.). neutrinos. Retrieved December 7, 2025, from https://neutrinos.fnal.gov/</a:t>
              </a:r>
            </a:p>
            <a:p>
              <a:r>
                <a:rPr lang="en-US" sz="1600" dirty="0"/>
                <a:t>[14] </a:t>
              </a:r>
              <a:r>
                <a:rPr lang="en-US" sz="1600" i="1" dirty="0"/>
                <a:t>Evidence for oscillation of atmospheric neutrinos</a:t>
              </a:r>
              <a:r>
                <a:rPr lang="en-US" sz="1600" dirty="0"/>
                <a:t>. (n.d.). </a:t>
              </a:r>
              <a:r>
                <a:rPr lang="en-US" sz="1600" dirty="0" err="1"/>
                <a:t>Kamioka</a:t>
              </a:r>
              <a:r>
                <a:rPr lang="en-US" sz="1600" dirty="0"/>
                <a:t> Observatory. Retrieved December 7, 2025, from https://www-sk.icrr.u-tokyo.ac.jp/sk/_pdf/articles/nuosc98.submitted.pdf</a:t>
              </a:r>
            </a:p>
            <a:p>
              <a:r>
                <a:rPr lang="en-US" sz="1600" dirty="0"/>
                <a:t>[15] </a:t>
              </a:r>
              <a:r>
                <a:rPr lang="en-US" sz="1600" i="1" dirty="0" err="1"/>
                <a:t>IceCube</a:t>
              </a:r>
              <a:r>
                <a:rPr lang="en-US" sz="1600" i="1" dirty="0"/>
                <a:t> Neutrino Observatory - University of Wisconsin–Madison</a:t>
              </a:r>
              <a:r>
                <a:rPr lang="en-US" sz="1600" dirty="0"/>
                <a:t>. (n.d.). </a:t>
              </a:r>
              <a:r>
                <a:rPr lang="en-US" sz="1600" dirty="0" err="1"/>
                <a:t>IceCube</a:t>
              </a:r>
              <a:r>
                <a:rPr lang="en-US" sz="1600" dirty="0"/>
                <a:t> Neutrino Observatory. Retrieved December 7, 2025, from https://icecube.wisc.edu/science/icecube/</a:t>
              </a:r>
            </a:p>
            <a:p>
              <a:r>
                <a:rPr lang="en-US" sz="1600" dirty="0"/>
                <a:t>[16] </a:t>
              </a:r>
              <a:r>
                <a:rPr lang="en-US" sz="1600" i="1" dirty="0"/>
                <a:t>JUNO</a:t>
              </a:r>
              <a:r>
                <a:rPr lang="en-US" sz="1600" dirty="0"/>
                <a:t>. (n.d.). Jiangmen Underground Neutrino Observatory. Retrieved December 9, 2025, from https://juno.ihep.cas.cn/</a:t>
              </a:r>
            </a:p>
            <a:p>
              <a:r>
                <a:rPr lang="en-US" sz="1600" dirty="0"/>
                <a:t>[17] </a:t>
              </a:r>
              <a:r>
                <a:rPr lang="en-US" sz="1600" i="1" dirty="0"/>
                <a:t>JUNO Experiment Delivers First Physics Results Two Months After Completion</a:t>
              </a:r>
              <a:r>
                <a:rPr lang="en-US" sz="1600" dirty="0"/>
                <a:t>. (n.d.). Retrieved December 7, 2025, from https://english.cas.cn/newsroom/research_news/phys/202511/t20251119_1132383.shtml</a:t>
              </a:r>
            </a:p>
            <a:p>
              <a:r>
                <a:rPr lang="en-US" sz="1600" dirty="0"/>
                <a:t>[18] </a:t>
              </a:r>
              <a:r>
                <a:rPr lang="en-US" sz="1600" i="1" dirty="0" err="1"/>
                <a:t>Kamiokande</a:t>
              </a:r>
              <a:r>
                <a:rPr lang="en-US" sz="1600" i="1" dirty="0"/>
                <a:t> Observatory</a:t>
              </a:r>
              <a:r>
                <a:rPr lang="en-US" sz="1600" dirty="0"/>
                <a:t>. (n.d.). Overview | Hyper-</a:t>
              </a:r>
              <a:r>
                <a:rPr lang="en-US" sz="1600" dirty="0" err="1"/>
                <a:t>Kamiokande</a:t>
              </a:r>
              <a:r>
                <a:rPr lang="en-US" sz="1600" dirty="0"/>
                <a:t>. Retrieved December 7, 2025, from https://www-sk.icrr.u-tokyo.ac.jp/en//hk/about/outline/</a:t>
              </a:r>
            </a:p>
            <a:p>
              <a:r>
                <a:rPr lang="en-US" sz="1600" dirty="0"/>
                <a:t>[19] </a:t>
              </a:r>
              <a:r>
                <a:rPr lang="en-US" sz="1600" i="1" dirty="0" err="1"/>
                <a:t>Kamiokande</a:t>
              </a:r>
              <a:r>
                <a:rPr lang="en-US" sz="1600" i="1" dirty="0"/>
                <a:t> Observatory</a:t>
              </a:r>
              <a:r>
                <a:rPr lang="en-US" sz="1600" dirty="0"/>
                <a:t>. (n.d.). Research History | Super-</a:t>
              </a:r>
              <a:r>
                <a:rPr lang="en-US" sz="1600" dirty="0" err="1"/>
                <a:t>Kamiokande</a:t>
              </a:r>
              <a:r>
                <a:rPr lang="en-US" sz="1600" dirty="0"/>
                <a:t> Official </a:t>
              </a:r>
              <a:r>
                <a:rPr lang="en-US" sz="1600" dirty="0" err="1"/>
                <a:t>Webiste</a:t>
              </a:r>
              <a:r>
                <a:rPr lang="en-US" sz="1600" dirty="0"/>
                <a:t>. Retrieved December 7, 2025, from https://www-sk.icrr.u-tokyo.ac.jp/en/sk/about/history/</a:t>
              </a:r>
            </a:p>
            <a:p>
              <a:r>
                <a:rPr lang="en-US" sz="1600" dirty="0"/>
                <a:t>[20] </a:t>
              </a:r>
              <a:r>
                <a:rPr lang="en-US" sz="1600" i="1" dirty="0"/>
                <a:t>Long Baseline neutrino oscillation experiment, from KEK to </a:t>
              </a:r>
              <a:r>
                <a:rPr lang="en-US" sz="1600" i="1" dirty="0" err="1"/>
                <a:t>Kamioka</a:t>
              </a:r>
              <a:r>
                <a:rPr lang="en-US" sz="1600" i="1" dirty="0"/>
                <a:t> (K2K)</a:t>
              </a:r>
              <a:r>
                <a:rPr lang="en-US" sz="1600" dirty="0"/>
                <a:t>. (n.d.). neutrino. Retrieved December 7, 2025, from https://neutrino.kek.jp/intro/k2k.html</a:t>
              </a:r>
            </a:p>
            <a:p>
              <a:r>
                <a:rPr lang="en-US" sz="1600" dirty="0"/>
                <a:t>[21] </a:t>
              </a:r>
              <a:r>
                <a:rPr lang="en-US" sz="1600" i="1" dirty="0"/>
                <a:t>Neutrino Oscillations</a:t>
              </a:r>
              <a:r>
                <a:rPr lang="en-US" sz="1600" dirty="0"/>
                <a:t>. (n.d.). Neutrino Oscillations | Super-</a:t>
              </a:r>
              <a:r>
                <a:rPr lang="en-US" sz="1600" dirty="0" err="1"/>
                <a:t>Kamiokande</a:t>
              </a:r>
              <a:r>
                <a:rPr lang="en-US" sz="1600" dirty="0"/>
                <a:t> Official </a:t>
              </a:r>
              <a:r>
                <a:rPr lang="en-US" sz="1600" dirty="0" err="1"/>
                <a:t>Webiste</a:t>
              </a:r>
              <a:r>
                <a:rPr lang="en-US" sz="1600" dirty="0"/>
                <a:t>. Retrieved December 7, 2025, from https://www-sk.icrr.u-tokyo.ac.jp/en/sk/neutrino/kajita/vibration/</a:t>
              </a:r>
            </a:p>
            <a:p>
              <a:r>
                <a:rPr lang="en-US" sz="1600" dirty="0"/>
                <a:t>[22] </a:t>
              </a:r>
              <a:r>
                <a:rPr lang="en-US" sz="1600" i="1" dirty="0" err="1"/>
                <a:t>NOvA</a:t>
              </a:r>
              <a:r>
                <a:rPr lang="en-US" sz="1600" dirty="0"/>
                <a:t>. (n.d.). </a:t>
              </a:r>
              <a:r>
                <a:rPr lang="en-US" sz="1600" dirty="0" err="1"/>
                <a:t>NOvA</a:t>
              </a:r>
              <a:r>
                <a:rPr lang="en-US" sz="1600" dirty="0"/>
                <a:t> experiment. Retrieved December 7, 2025, from https://novaexperiment.fnal.gov/</a:t>
              </a:r>
            </a:p>
            <a:p>
              <a:r>
                <a:rPr lang="en-US" sz="1600" dirty="0"/>
                <a:t>[23] </a:t>
              </a:r>
              <a:r>
                <a:rPr lang="en-US" sz="1600" i="1" dirty="0"/>
                <a:t>Overview – DUNE at LBNF</a:t>
              </a:r>
              <a:r>
                <a:rPr lang="en-US" sz="1600" dirty="0"/>
                <a:t>. (n.d.). DUNE at LBNF. Retrieved December 7, 2025, from https://lbnf-dune.fnal.gov/about/overview/</a:t>
              </a:r>
            </a:p>
            <a:p>
              <a:r>
                <a:rPr lang="en-US" sz="1600" dirty="0"/>
                <a:t>[24] </a:t>
              </a:r>
              <a:r>
                <a:rPr lang="en-US" sz="1600" i="1" dirty="0"/>
                <a:t>T2K</a:t>
              </a:r>
              <a:r>
                <a:rPr lang="en-US" sz="1600" dirty="0"/>
                <a:t>. (n.d.). T2K (Tokai to </a:t>
              </a:r>
              <a:r>
                <a:rPr lang="en-US" sz="1600" dirty="0" err="1"/>
                <a:t>Kamioka</a:t>
              </a:r>
              <a:r>
                <a:rPr lang="en-US" sz="1600" dirty="0"/>
                <a:t>). Retrieved December 7, 2025, from https://t2k-experiment.org/t2k/</a:t>
              </a:r>
            </a:p>
            <a:p>
              <a:r>
                <a:rPr lang="en-US" sz="1600" dirty="0"/>
                <a:t>[25] </a:t>
              </a:r>
              <a:r>
                <a:rPr lang="en-US" sz="1600" i="1" dirty="0"/>
                <a:t>35 years after the detection of SN1987A neutrinos | </a:t>
              </a:r>
              <a:r>
                <a:rPr lang="en-US" sz="1600" i="1" dirty="0" err="1"/>
                <a:t>Kamioka</a:t>
              </a:r>
              <a:r>
                <a:rPr lang="en-US" sz="1600" i="1" dirty="0"/>
                <a:t> Observatory, ICRR, The University of Tokyo</a:t>
              </a:r>
              <a:r>
                <a:rPr lang="en-US" sz="1600" dirty="0"/>
                <a:t>. (n.d.). </a:t>
              </a:r>
              <a:r>
                <a:rPr lang="en-US" sz="1600" dirty="0" err="1"/>
                <a:t>Kamioka</a:t>
              </a:r>
              <a:r>
                <a:rPr lang="en-US" sz="1600" dirty="0"/>
                <a:t> Observatory. Retrieved December 7, 2025, from https://www-sk.icrr.u-tokyo.ac.jp/en/news/detail/324</a:t>
              </a:r>
              <a:endParaRPr lang="en" sz="1600" dirty="0">
                <a:solidFill>
                  <a:schemeClr val="dk2"/>
                </a:solidFill>
              </a:endParaRPr>
            </a:p>
          </p:txBody>
        </p:sp>
      </p:grpSp>
      <p:grpSp>
        <p:nvGrpSpPr>
          <p:cNvPr id="74" name="Google Shape;74;p13"/>
          <p:cNvGrpSpPr/>
          <p:nvPr/>
        </p:nvGrpSpPr>
        <p:grpSpPr>
          <a:xfrm>
            <a:off x="28292966" y="5033882"/>
            <a:ext cx="12117763" cy="22765532"/>
            <a:chOff x="30227049" y="-735633"/>
            <a:chExt cx="13831176" cy="26017751"/>
          </a:xfrm>
        </p:grpSpPr>
        <p:sp>
          <p:nvSpPr>
            <p:cNvPr id="75" name="Google Shape;75;p13"/>
            <p:cNvSpPr/>
            <p:nvPr/>
          </p:nvSpPr>
          <p:spPr>
            <a:xfrm>
              <a:off x="30227049" y="-735633"/>
              <a:ext cx="13831176" cy="23904639"/>
            </a:xfrm>
            <a:prstGeom prst="rect">
              <a:avLst/>
            </a:prstGeom>
            <a:solidFill>
              <a:schemeClr val="dk1"/>
            </a:solidFill>
            <a:ln w="32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pPr algn="ctr"/>
              <a:endParaRPr sz="1032"/>
            </a:p>
          </p:txBody>
        </p:sp>
        <p:sp>
          <p:nvSpPr>
            <p:cNvPr id="76" name="Google Shape;76;p13"/>
            <p:cNvSpPr/>
            <p:nvPr/>
          </p:nvSpPr>
          <p:spPr>
            <a:xfrm>
              <a:off x="30292698" y="-705368"/>
              <a:ext cx="12995615" cy="25987486"/>
            </a:xfrm>
            <a:prstGeom prst="roundRect">
              <a:avLst>
                <a:gd name="adj" fmla="val 9709"/>
              </a:avLst>
            </a:prstGeom>
            <a:solidFill>
              <a:schemeClr val="lt1"/>
            </a:solidFill>
            <a:ln w="32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pPr algn="ctr"/>
              <a:endParaRPr sz="1032"/>
            </a:p>
          </p:txBody>
        </p:sp>
        <p:sp>
          <p:nvSpPr>
            <p:cNvPr id="77" name="Google Shape;77;p13"/>
            <p:cNvSpPr txBox="1"/>
            <p:nvPr/>
          </p:nvSpPr>
          <p:spPr>
            <a:xfrm>
              <a:off x="30555849" y="-201657"/>
              <a:ext cx="12380275" cy="20324959"/>
            </a:xfrm>
            <a:prstGeom prst="rect">
              <a:avLst/>
            </a:prstGeom>
            <a:noFill/>
            <a:ln>
              <a:noFill/>
            </a:ln>
          </p:spPr>
          <p:txBody>
            <a:bodyPr spcFirstLastPara="1" wrap="square" lIns="67397" tIns="67397" rIns="67397" bIns="67397" anchor="t" anchorCtr="0">
              <a:spAutoFit/>
            </a:bodyPr>
            <a:lstStyle/>
            <a:p>
              <a:pPr algn="ctr"/>
              <a:r>
                <a:rPr lang="en" sz="5082" dirty="0">
                  <a:solidFill>
                    <a:schemeClr val="dk2"/>
                  </a:solidFill>
                </a:rPr>
                <a:t>Future</a:t>
              </a:r>
            </a:p>
            <a:p>
              <a:pPr algn="just"/>
              <a:r>
                <a:rPr lang="en" sz="2800" dirty="0">
                  <a:solidFill>
                    <a:schemeClr val="dk1"/>
                  </a:solidFill>
                </a:rPr>
                <a:t>There are many ongoing projects looking into the questions that neutrinos propose, such as:</a:t>
              </a:r>
            </a:p>
            <a:p>
              <a:pPr marL="457200" indent="-457200" algn="just">
                <a:spcBef>
                  <a:spcPts val="885"/>
                </a:spcBef>
                <a:buClr>
                  <a:schemeClr val="dk1"/>
                </a:buClr>
                <a:buSzPct val="100000"/>
                <a:buFont typeface="Arial" panose="020B0604020202020204" pitchFamily="34" charset="0"/>
                <a:buChar char="●"/>
              </a:pPr>
              <a:r>
                <a:rPr lang="en" sz="2800" dirty="0">
                  <a:solidFill>
                    <a:schemeClr val="dk1"/>
                  </a:solidFill>
                </a:rPr>
                <a:t>Mass hierarchy: unsure if they receive their mass the same, might answer if neutrinos are their own antiparticles</a:t>
              </a:r>
            </a:p>
            <a:p>
              <a:pPr marL="457200" indent="-457200" algn="just">
                <a:spcBef>
                  <a:spcPts val="885"/>
                </a:spcBef>
                <a:buClr>
                  <a:schemeClr val="dk1"/>
                </a:buClr>
                <a:buSzPct val="100000"/>
                <a:buFont typeface="Arial" panose="020B0604020202020204" pitchFamily="34" charset="0"/>
                <a:buChar char="●"/>
              </a:pPr>
              <a:r>
                <a:rPr lang="en" sz="2800" dirty="0">
                  <a:solidFill>
                    <a:schemeClr val="dk1"/>
                  </a:solidFill>
                </a:rPr>
                <a:t>CP violation: if neutrinos and antineutrinos behave differently, then their symmetry is broken, thus causing a CP violation - by studying neutrino and antineutrino oscillations and their possible differences, it will show CP violation in action</a:t>
              </a:r>
            </a:p>
            <a:p>
              <a:pPr marL="457200" indent="-457200" algn="just">
                <a:spcBef>
                  <a:spcPts val="885"/>
                </a:spcBef>
                <a:buClr>
                  <a:schemeClr val="dk1"/>
                </a:buClr>
                <a:buSzPct val="100000"/>
                <a:buFont typeface="Arial" panose="020B0604020202020204" pitchFamily="34" charset="0"/>
                <a:buChar char="●"/>
              </a:pPr>
              <a:r>
                <a:rPr lang="en" sz="2800" dirty="0">
                  <a:solidFill>
                    <a:schemeClr val="dk1"/>
                  </a:solidFill>
                </a:rPr>
                <a:t>Sterile neutrinos: proposed fourth flavor of neutrinos - it would only interact wi</a:t>
              </a:r>
              <a:r>
                <a:rPr lang="en-US" sz="2800" dirty="0" err="1">
                  <a:solidFill>
                    <a:schemeClr val="dk1"/>
                  </a:solidFill>
                </a:rPr>
                <a:t>th</a:t>
              </a:r>
              <a:r>
                <a:rPr lang="en-US" sz="2800" dirty="0">
                  <a:solidFill>
                    <a:schemeClr val="dk1"/>
                  </a:solidFill>
                </a:rPr>
                <a:t> matter through</a:t>
              </a:r>
              <a:r>
                <a:rPr lang="en" sz="2800" dirty="0">
                  <a:solidFill>
                    <a:schemeClr val="dk1"/>
                  </a:solidFill>
                </a:rPr>
                <a:t> gravity and could potentially also have its own varieties . </a:t>
              </a:r>
              <a:r>
                <a:rPr lang="en-US" sz="2800" dirty="0">
                  <a:solidFill>
                    <a:schemeClr val="dk1"/>
                  </a:solidFill>
                </a:rPr>
                <a:t>I</a:t>
              </a:r>
              <a:r>
                <a:rPr lang="en" sz="2800" dirty="0">
                  <a:solidFill>
                    <a:schemeClr val="dk1"/>
                  </a:solidFill>
                </a:rPr>
                <a:t>t would be incredibly difficult to observe, but if it is part of neutrino oscillations, it would alter the rate of tau and muon neutrinos becoming electron neutrinos, and thus could be observable. [13]</a:t>
              </a:r>
            </a:p>
            <a:p>
              <a:pPr algn="just">
                <a:spcBef>
                  <a:spcPts val="885"/>
                </a:spcBef>
                <a:buClr>
                  <a:schemeClr val="dk1"/>
                </a:buClr>
                <a:buSzPct val="100000"/>
              </a:pPr>
              <a:r>
                <a:rPr lang="en-US" sz="2800" dirty="0">
                  <a:solidFill>
                    <a:schemeClr val="tx1"/>
                  </a:solidFill>
                </a:rPr>
                <a:t>Upcoming detectors:</a:t>
              </a:r>
              <a:endParaRPr sz="2800" dirty="0">
                <a:solidFill>
                  <a:schemeClr val="tx1"/>
                </a:solidFill>
              </a:endParaRPr>
            </a:p>
            <a:p>
              <a:pPr marL="457200" indent="-457200" algn="just">
                <a:spcBef>
                  <a:spcPts val="885"/>
                </a:spcBef>
                <a:buClr>
                  <a:schemeClr val="dk1"/>
                </a:buClr>
                <a:buSzPct val="100000"/>
                <a:buFont typeface="Arial" panose="020B0604020202020204" pitchFamily="34" charset="0"/>
                <a:buChar char="●"/>
              </a:pPr>
              <a:r>
                <a:rPr lang="en" sz="2800" dirty="0">
                  <a:solidFill>
                    <a:schemeClr val="dk1"/>
                  </a:solidFill>
                </a:rPr>
                <a:t>Hyper-Kamiokande detector: the grandchild of the Kamiokande detector; set to start experimentation in 2028 (so soon!) Their main scientific goals are exploring the history of the Universe (cosmology) and the Grand Unified theory through CP violation, neutrinos and antineutrinos, and proton decay . The detector will be 8.4 times larger fiducial mass than its predecessor, Super-Kamiokande, and will have newly developed photosensors and a high-intensity neutrino beam. [18]</a:t>
              </a:r>
            </a:p>
            <a:p>
              <a:pPr marL="457200" indent="-457200" algn="just">
                <a:spcBef>
                  <a:spcPts val="885"/>
                </a:spcBef>
                <a:buClr>
                  <a:schemeClr val="dk1"/>
                </a:buClr>
                <a:buSzPct val="100000"/>
                <a:buFont typeface="Arial" panose="020B0604020202020204" pitchFamily="34" charset="0"/>
                <a:buChar char="●"/>
              </a:pPr>
              <a:r>
                <a:rPr lang="en" sz="2800" dirty="0">
                  <a:solidFill>
                    <a:schemeClr val="dk1"/>
                  </a:solidFill>
                </a:rPr>
                <a:t>The Deep Underground Neutrino Experiment (DUNE) is another long-baseline neutrino detector (</a:t>
              </a:r>
              <a:r>
                <a:rPr lang="en-US" sz="2800" b="1" dirty="0">
                  <a:solidFill>
                    <a:schemeClr val="accent5">
                      <a:lumMod val="60000"/>
                      <a:lumOff val="40000"/>
                    </a:schemeClr>
                  </a:solidFill>
                </a:rPr>
                <a:t>Fig. 7</a:t>
              </a:r>
              <a:r>
                <a:rPr lang="en" sz="2800" dirty="0">
                  <a:solidFill>
                    <a:schemeClr val="dk1"/>
                  </a:solidFill>
                </a:rPr>
                <a:t>), asking similar questions as above. This detector will be using ultra-pure argon - when a neutrino collides with the nucleus of an argon atom, it knocks loose electrons, that can be drawn into a distinctive signal [23].</a:t>
              </a:r>
            </a:p>
            <a:p>
              <a:pPr marL="457200" indent="-457200" algn="just">
                <a:spcBef>
                  <a:spcPts val="885"/>
                </a:spcBef>
                <a:buClr>
                  <a:schemeClr val="dk1"/>
                </a:buClr>
                <a:buSzPct val="100000"/>
                <a:buFont typeface="Arial" panose="020B0604020202020204" pitchFamily="34" charset="0"/>
                <a:buChar char="●"/>
              </a:pPr>
              <a:r>
                <a:rPr lang="en" sz="2800" dirty="0">
                  <a:solidFill>
                    <a:schemeClr val="dk1"/>
                  </a:solidFill>
                </a:rPr>
                <a:t>PINGU: The Precision IceCube Next Generation Upgrade is the proposed low-energy in-fill extension to IceCube that would improve oscillation detection [12].</a:t>
              </a:r>
            </a:p>
            <a:p>
              <a:pPr marL="457200" indent="-457200" algn="just">
                <a:spcBef>
                  <a:spcPts val="885"/>
                </a:spcBef>
                <a:buClr>
                  <a:schemeClr val="dk1"/>
                </a:buClr>
                <a:buSzPct val="100000"/>
                <a:buFont typeface="Arial" panose="020B0604020202020204" pitchFamily="34" charset="0"/>
                <a:buChar char="●"/>
              </a:pPr>
              <a:r>
                <a:rPr lang="en" sz="2800" dirty="0">
                  <a:solidFill>
                    <a:schemeClr val="dk1"/>
                  </a:solidFill>
                </a:rPr>
                <a:t>JUNO: The Jiangmen Underground Neutrino Observatory will also be delving into neutrino mass heirarchy by measuring the energy of electron neutrinos detected using liquid scintillator and photomultiplier tubes [16]. It just started getting data not even a month ago! [17]</a:t>
              </a:r>
            </a:p>
          </p:txBody>
        </p:sp>
      </p:grpSp>
      <p:sp>
        <p:nvSpPr>
          <p:cNvPr id="55" name="Google Shape;55;p13"/>
          <p:cNvSpPr/>
          <p:nvPr/>
        </p:nvSpPr>
        <p:spPr>
          <a:xfrm>
            <a:off x="12298207" y="17340542"/>
            <a:ext cx="15997819" cy="20912068"/>
          </a:xfrm>
          <a:prstGeom prst="roundRect">
            <a:avLst>
              <a:gd name="adj" fmla="val 5744"/>
            </a:avLst>
          </a:prstGeom>
          <a:solidFill>
            <a:schemeClr val="lt1"/>
          </a:solidFill>
          <a:ln w="38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endParaRPr sz="1032"/>
          </a:p>
        </p:txBody>
      </p:sp>
      <p:sp>
        <p:nvSpPr>
          <p:cNvPr id="56" name="Google Shape;56;p13"/>
          <p:cNvSpPr txBox="1"/>
          <p:nvPr/>
        </p:nvSpPr>
        <p:spPr>
          <a:xfrm>
            <a:off x="12661862" y="17628386"/>
            <a:ext cx="15342667" cy="9535928"/>
          </a:xfrm>
          <a:prstGeom prst="rect">
            <a:avLst/>
          </a:prstGeom>
          <a:noFill/>
          <a:ln>
            <a:noFill/>
          </a:ln>
        </p:spPr>
        <p:txBody>
          <a:bodyPr spcFirstLastPara="1" wrap="square" lIns="67397" tIns="67397" rIns="67397" bIns="67397" anchor="t" anchorCtr="0">
            <a:spAutoFit/>
          </a:bodyPr>
          <a:lstStyle/>
          <a:p>
            <a:pPr algn="ctr"/>
            <a:r>
              <a:rPr lang="en" sz="5082" dirty="0">
                <a:solidFill>
                  <a:schemeClr val="dk2"/>
                </a:solidFill>
              </a:rPr>
              <a:t>Current Neutrino Experiments</a:t>
            </a:r>
            <a:endParaRPr sz="5082" dirty="0">
              <a:solidFill>
                <a:schemeClr val="dk2"/>
              </a:solidFill>
            </a:endParaRPr>
          </a:p>
          <a:p>
            <a:pPr algn="just"/>
            <a:r>
              <a:rPr lang="en" sz="2800" dirty="0">
                <a:solidFill>
                  <a:schemeClr val="dk1"/>
                </a:solidFill>
              </a:rPr>
              <a:t>Current large-scale experiments - Super-K, IceCube, NOvA - extend oscillation physics, probe the neutrino mass hierarchy, and search for Charge-Parity (CP) violation.</a:t>
            </a:r>
            <a:endParaRPr sz="2800" dirty="0">
              <a:solidFill>
                <a:schemeClr val="dk1"/>
              </a:solidFill>
            </a:endParaRPr>
          </a:p>
          <a:p>
            <a:pPr marL="457200" indent="-457200" algn="just">
              <a:buSzPct val="100000"/>
              <a:buFont typeface="Arial" panose="020B0604020202020204" pitchFamily="34" charset="0"/>
              <a:buChar char="●"/>
            </a:pPr>
            <a:r>
              <a:rPr lang="en" sz="2800" dirty="0">
                <a:solidFill>
                  <a:schemeClr val="dk1"/>
                </a:solidFill>
              </a:rPr>
              <a:t>The Super-Kamiokande Detector observes neutrinos via a huge tank filled with 50,000 tons of ultra-pure water and 13,000 photomultipliers [21] (</a:t>
            </a:r>
            <a:r>
              <a:rPr lang="en" sz="2800" b="1" dirty="0">
                <a:solidFill>
                  <a:srgbClr val="F1C232"/>
                </a:solidFill>
              </a:rPr>
              <a:t>Fig. 4</a:t>
            </a:r>
            <a:r>
              <a:rPr lang="en" sz="2800" dirty="0">
                <a:solidFill>
                  <a:schemeClr val="dk1"/>
                </a:solidFill>
              </a:rPr>
              <a:t>) detect the faint Cherenkov radiation that neutrinos emit when they interact with the water molecules. Through the Super-K’s data, it was discovered that neutrinos change their flavor and the three modes of neutrino oscillation. They were also the first to use an artificial neutrino beam in the KEK to Kamioka (K2K) and Tokai to Kamioka (T2K) (</a:t>
            </a:r>
            <a:r>
              <a:rPr lang="en" sz="2800" b="1" dirty="0">
                <a:solidFill>
                  <a:srgbClr val="9900FF"/>
                </a:solidFill>
              </a:rPr>
              <a:t>Fig. 5</a:t>
            </a:r>
            <a:r>
              <a:rPr lang="en" sz="2800" dirty="0">
                <a:solidFill>
                  <a:schemeClr val="dk1"/>
                </a:solidFill>
              </a:rPr>
              <a:t>) experiments [19]. In 2020, they started the SK-Gd Project - introducing gadolinium into the ultra-pure water, to observe neutrinos from supernovae and the Diffuse Supernova Neutrino Background (DSNB) (currently still undetected [11]).</a:t>
            </a:r>
          </a:p>
          <a:p>
            <a:pPr marL="457200" indent="-457200" algn="just">
              <a:buSzPct val="100000"/>
              <a:buFont typeface="Arial" panose="020B0604020202020204" pitchFamily="34" charset="0"/>
              <a:buChar char="●"/>
            </a:pPr>
            <a:r>
              <a:rPr lang="en" sz="2800" dirty="0">
                <a:solidFill>
                  <a:schemeClr val="dk1"/>
                </a:solidFill>
              </a:rPr>
              <a:t>The IceCube neutrino observatory (</a:t>
            </a:r>
            <a:r>
              <a:rPr lang="en" sz="2800" b="1" dirty="0">
                <a:solidFill>
                  <a:srgbClr val="0000FF"/>
                </a:solidFill>
              </a:rPr>
              <a:t>Fig. 6</a:t>
            </a:r>
            <a:r>
              <a:rPr lang="en" sz="2800" dirty="0">
                <a:solidFill>
                  <a:schemeClr val="dk1"/>
                </a:solidFill>
              </a:rPr>
              <a:t>) at the South Pole detects high-energy cosmic neutrinos using a cubic kilometer of Antarctic ice - it is the first gigaton neutrino detector [15]. The DeepCore subdetector has the possibility to study neutrino oscillations. The sensors within the detector model the trajectory of the neutrino from its interactions with the ice (the neutrinos are not oberseved directly) [15]. </a:t>
            </a:r>
          </a:p>
          <a:p>
            <a:pPr marL="457200" indent="-457200" algn="just">
              <a:buSzPct val="100000"/>
              <a:buFont typeface="Arial" panose="020B0604020202020204" pitchFamily="34" charset="0"/>
              <a:buChar char="●"/>
            </a:pPr>
            <a:r>
              <a:rPr lang="en" sz="2800" dirty="0">
                <a:solidFill>
                  <a:schemeClr val="dk1"/>
                </a:solidFill>
              </a:rPr>
              <a:t>The  NuMi Off-Axis νₑ​ Appearance (NOvA) experiment is also researching neutrino oscillations, specifically muon neutrinos to electron neutrinos, because it has not yet been observed. The NuMI (Neutrinos at the Main Injector) neutrino beam sends neutrinos to the NOvA detectors made </a:t>
            </a:r>
            <a:r>
              <a:rPr lang="en-US" sz="2800" dirty="0"/>
              <a:t>extruded, highly reflective plastic PVC filled with liquid scintillator. [22]</a:t>
            </a:r>
            <a:endParaRPr sz="2800" dirty="0">
              <a:solidFill>
                <a:schemeClr val="dk2"/>
              </a:solidFill>
            </a:endParaRPr>
          </a:p>
        </p:txBody>
      </p:sp>
      <p:sp>
        <p:nvSpPr>
          <p:cNvPr id="57" name="Google Shape;57;p13"/>
          <p:cNvSpPr/>
          <p:nvPr/>
        </p:nvSpPr>
        <p:spPr>
          <a:xfrm>
            <a:off x="12343499" y="5033882"/>
            <a:ext cx="15997819" cy="12306661"/>
          </a:xfrm>
          <a:prstGeom prst="roundRect">
            <a:avLst>
              <a:gd name="adj" fmla="val 5744"/>
            </a:avLst>
          </a:prstGeom>
          <a:solidFill>
            <a:schemeClr val="lt1"/>
          </a:solidFill>
          <a:ln w="38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endParaRPr sz="1032"/>
          </a:p>
        </p:txBody>
      </p:sp>
      <p:grpSp>
        <p:nvGrpSpPr>
          <p:cNvPr id="58" name="Google Shape;58;p13"/>
          <p:cNvGrpSpPr/>
          <p:nvPr/>
        </p:nvGrpSpPr>
        <p:grpSpPr>
          <a:xfrm>
            <a:off x="1257014" y="20921016"/>
            <a:ext cx="11042320" cy="17590801"/>
            <a:chOff x="112900" y="23607016"/>
            <a:chExt cx="15405762" cy="14681176"/>
          </a:xfrm>
        </p:grpSpPr>
        <p:grpSp>
          <p:nvGrpSpPr>
            <p:cNvPr id="59" name="Google Shape;59;p13"/>
            <p:cNvGrpSpPr/>
            <p:nvPr/>
          </p:nvGrpSpPr>
          <p:grpSpPr>
            <a:xfrm>
              <a:off x="112900" y="23607016"/>
              <a:ext cx="15405762" cy="14478427"/>
              <a:chOff x="112900" y="23607016"/>
              <a:chExt cx="15405762" cy="14478427"/>
            </a:xfrm>
          </p:grpSpPr>
          <p:sp>
            <p:nvSpPr>
              <p:cNvPr id="60" name="Google Shape;60;p13"/>
              <p:cNvSpPr/>
              <p:nvPr/>
            </p:nvSpPr>
            <p:spPr>
              <a:xfrm>
                <a:off x="179643" y="23607016"/>
                <a:ext cx="15339019" cy="14478427"/>
              </a:xfrm>
              <a:prstGeom prst="rect">
                <a:avLst/>
              </a:prstGeom>
              <a:solidFill>
                <a:schemeClr val="dk1"/>
              </a:solidFill>
              <a:ln w="32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pPr algn="ctr"/>
                <a:endParaRPr sz="1032"/>
              </a:p>
            </p:txBody>
          </p:sp>
          <p:sp>
            <p:nvSpPr>
              <p:cNvPr id="61" name="Google Shape;61;p13"/>
              <p:cNvSpPr/>
              <p:nvPr/>
            </p:nvSpPr>
            <p:spPr>
              <a:xfrm>
                <a:off x="112900" y="23702411"/>
                <a:ext cx="15337445" cy="14383032"/>
              </a:xfrm>
              <a:prstGeom prst="roundRect">
                <a:avLst>
                  <a:gd name="adj" fmla="val 9709"/>
                </a:avLst>
              </a:prstGeom>
              <a:solidFill>
                <a:schemeClr val="lt1"/>
              </a:solidFill>
              <a:ln w="32100" cap="flat" cmpd="sng">
                <a:solidFill>
                  <a:schemeClr val="dk1"/>
                </a:solidFill>
                <a:prstDash val="solid"/>
                <a:round/>
                <a:headEnd type="none" w="sm" len="sm"/>
                <a:tailEnd type="none" w="sm" len="sm"/>
              </a:ln>
            </p:spPr>
            <p:txBody>
              <a:bodyPr spcFirstLastPara="1" wrap="square" lIns="67397" tIns="67397" rIns="67397" bIns="67397" anchor="ctr" anchorCtr="0">
                <a:noAutofit/>
              </a:bodyPr>
              <a:lstStyle/>
              <a:p>
                <a:pPr algn="ctr"/>
                <a:endParaRPr sz="1032"/>
              </a:p>
            </p:txBody>
          </p:sp>
        </p:grpSp>
        <p:sp>
          <p:nvSpPr>
            <p:cNvPr id="62" name="Google Shape;62;p13"/>
            <p:cNvSpPr txBox="1"/>
            <p:nvPr/>
          </p:nvSpPr>
          <p:spPr>
            <a:xfrm>
              <a:off x="449175" y="23875639"/>
              <a:ext cx="14664896" cy="14412553"/>
            </a:xfrm>
            <a:prstGeom prst="rect">
              <a:avLst/>
            </a:prstGeom>
            <a:noFill/>
            <a:ln>
              <a:noFill/>
            </a:ln>
          </p:spPr>
          <p:txBody>
            <a:bodyPr spcFirstLastPara="1" wrap="square" lIns="67397" tIns="67397" rIns="67397" bIns="67397" anchor="t" anchorCtr="0">
              <a:spAutoFit/>
            </a:bodyPr>
            <a:lstStyle/>
            <a:p>
              <a:pPr algn="ctr">
                <a:buClr>
                  <a:schemeClr val="dk1"/>
                </a:buClr>
                <a:buSzPts val="927"/>
              </a:pPr>
              <a:r>
                <a:rPr lang="en" sz="5082" dirty="0">
                  <a:solidFill>
                    <a:schemeClr val="dk2"/>
                  </a:solidFill>
                </a:rPr>
                <a:t>History</a:t>
              </a:r>
              <a:endParaRPr sz="5082" dirty="0">
                <a:solidFill>
                  <a:schemeClr val="dk2"/>
                </a:solidFill>
              </a:endParaRPr>
            </a:p>
            <a:p>
              <a:pPr algn="just">
                <a:lnSpc>
                  <a:spcPct val="115000"/>
                </a:lnSpc>
                <a:spcBef>
                  <a:spcPts val="1050"/>
                </a:spcBef>
                <a:buClr>
                  <a:schemeClr val="dk1"/>
                </a:buClr>
                <a:buSzPts val="1100"/>
              </a:pPr>
              <a:r>
                <a:rPr lang="en" sz="2800" dirty="0">
                  <a:solidFill>
                    <a:schemeClr val="dk1"/>
                  </a:solidFill>
                </a:rPr>
                <a:t>The Homestake experiment, led by Ray Davis, first revealed a problem with the Standard Model’s view of neutrinos. The detector, using 615 tons of perchloroethylene [4], was only sensitive to electron neutrinos (νₑ​) and detected only 1/3 of the predicted solar νₑ​ flux (</a:t>
              </a:r>
              <a:r>
                <a:rPr lang="en" sz="2800" b="1" dirty="0">
                  <a:solidFill>
                    <a:srgbClr val="3ABB02"/>
                  </a:solidFill>
                </a:rPr>
                <a:t>Fig. 3</a:t>
              </a:r>
              <a:r>
                <a:rPr lang="en" sz="2800" dirty="0">
                  <a:solidFill>
                    <a:schemeClr val="dk1"/>
                  </a:solidFill>
                </a:rPr>
                <a:t>) [4]. This deficit demonstrated that electron neutrinos were disappearing, leading to the conclusion that neutrinos must change flavor during their journey from the Sun to Earth.</a:t>
              </a:r>
              <a:endParaRPr sz="2800" dirty="0">
                <a:solidFill>
                  <a:schemeClr val="dk1"/>
                </a:solidFill>
              </a:endParaRPr>
            </a:p>
            <a:p>
              <a:pPr algn="just">
                <a:lnSpc>
                  <a:spcPct val="115000"/>
                </a:lnSpc>
                <a:spcBef>
                  <a:spcPts val="1050"/>
                </a:spcBef>
                <a:buClr>
                  <a:schemeClr val="dk1"/>
                </a:buClr>
                <a:buSzPts val="1100"/>
              </a:pPr>
              <a:endParaRPr sz="2800" dirty="0">
                <a:solidFill>
                  <a:schemeClr val="dk1"/>
                </a:solidFill>
              </a:endParaRPr>
            </a:p>
            <a:p>
              <a:pPr algn="just">
                <a:lnSpc>
                  <a:spcPct val="115000"/>
                </a:lnSpc>
                <a:spcBef>
                  <a:spcPts val="1050"/>
                </a:spcBef>
                <a:buClr>
                  <a:schemeClr val="dk1"/>
                </a:buClr>
                <a:buSzPts val="1100"/>
              </a:pPr>
              <a:endParaRPr sz="2800" dirty="0">
                <a:solidFill>
                  <a:schemeClr val="dk1"/>
                </a:solidFill>
              </a:endParaRPr>
            </a:p>
            <a:p>
              <a:pPr algn="just">
                <a:lnSpc>
                  <a:spcPct val="115000"/>
                </a:lnSpc>
                <a:spcBef>
                  <a:spcPts val="1050"/>
                </a:spcBef>
                <a:buClr>
                  <a:schemeClr val="dk1"/>
                </a:buClr>
                <a:buSzPts val="1100"/>
              </a:pPr>
              <a:endParaRPr sz="2800" dirty="0">
                <a:solidFill>
                  <a:schemeClr val="dk1"/>
                </a:solidFill>
              </a:endParaRPr>
            </a:p>
            <a:p>
              <a:pPr algn="just">
                <a:lnSpc>
                  <a:spcPct val="115000"/>
                </a:lnSpc>
                <a:spcBef>
                  <a:spcPts val="1050"/>
                </a:spcBef>
                <a:buClr>
                  <a:schemeClr val="dk1"/>
                </a:buClr>
                <a:buSzPts val="1100"/>
              </a:pPr>
              <a:endParaRPr lang="en-US" sz="2800" dirty="0">
                <a:solidFill>
                  <a:schemeClr val="dk1"/>
                </a:solidFill>
              </a:endParaRPr>
            </a:p>
            <a:p>
              <a:pPr algn="just">
                <a:lnSpc>
                  <a:spcPct val="115000"/>
                </a:lnSpc>
                <a:spcBef>
                  <a:spcPts val="1050"/>
                </a:spcBef>
                <a:buClr>
                  <a:schemeClr val="dk1"/>
                </a:buClr>
                <a:buSzPts val="1100"/>
              </a:pPr>
              <a:endParaRPr sz="2800" dirty="0">
                <a:solidFill>
                  <a:schemeClr val="dk1"/>
                </a:solidFill>
              </a:endParaRPr>
            </a:p>
            <a:p>
              <a:pPr algn="just">
                <a:lnSpc>
                  <a:spcPct val="115000"/>
                </a:lnSpc>
                <a:spcBef>
                  <a:spcPts val="1050"/>
                </a:spcBef>
                <a:buClr>
                  <a:schemeClr val="dk1"/>
                </a:buClr>
                <a:buSzPts val="1100"/>
              </a:pPr>
              <a:endParaRPr sz="2800" dirty="0">
                <a:solidFill>
                  <a:schemeClr val="dk1"/>
                </a:solidFill>
              </a:endParaRPr>
            </a:p>
            <a:p>
              <a:pPr algn="just">
                <a:lnSpc>
                  <a:spcPct val="115000"/>
                </a:lnSpc>
                <a:spcBef>
                  <a:spcPts val="1050"/>
                </a:spcBef>
                <a:buClr>
                  <a:schemeClr val="dk1"/>
                </a:buClr>
                <a:buSzPts val="1100"/>
              </a:pPr>
              <a:endParaRPr lang="en-US" sz="2800" dirty="0">
                <a:solidFill>
                  <a:schemeClr val="dk1"/>
                </a:solidFill>
              </a:endParaRPr>
            </a:p>
            <a:p>
              <a:pPr algn="just">
                <a:lnSpc>
                  <a:spcPct val="115000"/>
                </a:lnSpc>
                <a:spcBef>
                  <a:spcPts val="1050"/>
                </a:spcBef>
                <a:buClr>
                  <a:schemeClr val="dk1"/>
                </a:buClr>
                <a:buSzPts val="1100"/>
              </a:pPr>
              <a:endParaRPr lang="en-US" sz="2800" dirty="0">
                <a:solidFill>
                  <a:schemeClr val="dk1"/>
                </a:solidFill>
              </a:endParaRPr>
            </a:p>
            <a:p>
              <a:pPr algn="just">
                <a:lnSpc>
                  <a:spcPct val="115000"/>
                </a:lnSpc>
                <a:spcBef>
                  <a:spcPts val="1050"/>
                </a:spcBef>
                <a:buClr>
                  <a:schemeClr val="dk1"/>
                </a:buClr>
                <a:buSzPts val="1100"/>
              </a:pPr>
              <a:endParaRPr sz="2800" dirty="0">
                <a:solidFill>
                  <a:schemeClr val="dk1"/>
                </a:solidFill>
              </a:endParaRPr>
            </a:p>
            <a:p>
              <a:pPr algn="just">
                <a:lnSpc>
                  <a:spcPct val="115000"/>
                </a:lnSpc>
                <a:spcBef>
                  <a:spcPts val="1050"/>
                </a:spcBef>
                <a:buClr>
                  <a:schemeClr val="dk1"/>
                </a:buClr>
                <a:buSzPts val="1100"/>
              </a:pPr>
              <a:endParaRPr lang="en-US" sz="2800" dirty="0">
                <a:solidFill>
                  <a:schemeClr val="dk1"/>
                </a:solidFill>
              </a:endParaRPr>
            </a:p>
            <a:p>
              <a:pPr algn="just">
                <a:lnSpc>
                  <a:spcPct val="115000"/>
                </a:lnSpc>
                <a:spcBef>
                  <a:spcPts val="1050"/>
                </a:spcBef>
                <a:spcAft>
                  <a:spcPts val="1050"/>
                </a:spcAft>
                <a:buClr>
                  <a:schemeClr val="dk1"/>
                </a:buClr>
                <a:buSzPts val="1100"/>
              </a:pPr>
              <a:endParaRPr lang="en" sz="2800" dirty="0">
                <a:solidFill>
                  <a:schemeClr val="dk1"/>
                </a:solidFill>
              </a:endParaRPr>
            </a:p>
            <a:p>
              <a:pPr algn="just">
                <a:lnSpc>
                  <a:spcPct val="115000"/>
                </a:lnSpc>
                <a:spcBef>
                  <a:spcPts val="1050"/>
                </a:spcBef>
                <a:spcAft>
                  <a:spcPts val="1050"/>
                </a:spcAft>
                <a:buClr>
                  <a:schemeClr val="dk1"/>
                </a:buClr>
                <a:buSzPts val="1100"/>
              </a:pPr>
              <a:r>
                <a:rPr lang="en" sz="2800" dirty="0">
                  <a:solidFill>
                    <a:schemeClr val="dk1"/>
                  </a:solidFill>
                </a:rPr>
                <a:t>The Kamioka Nucleon Decay Experiment (Kamiokande) laid the groundwork for several experiments and the discovery of neutrino oscillations, notably by observing neutrinos from a supernova [5]. Its successor, the Super-Kamiokande (Super-K) detector, provided evidence for oscillation in 1998. Super-K observed a clear zenith-angle dependent deficit of atmospheric muon neutrinos​ [3]. This dependence allowed for precise extraction of Δm2 and the mixing angle [3]. Together, these results delivered the first evidence that neutrinos may possess mass [7]. </a:t>
              </a:r>
              <a:endParaRPr sz="2800" dirty="0">
                <a:solidFill>
                  <a:schemeClr val="dk1"/>
                </a:solidFill>
              </a:endParaRPr>
            </a:p>
          </p:txBody>
        </p:sp>
      </p:grpSp>
      <p:grpSp>
        <p:nvGrpSpPr>
          <p:cNvPr id="63" name="Google Shape;63;p13"/>
          <p:cNvGrpSpPr/>
          <p:nvPr/>
        </p:nvGrpSpPr>
        <p:grpSpPr>
          <a:xfrm>
            <a:off x="1317786" y="-33277"/>
            <a:ext cx="38458615" cy="5100179"/>
            <a:chOff x="0" y="0"/>
            <a:chExt cx="51206400" cy="7152600"/>
          </a:xfrm>
        </p:grpSpPr>
        <p:sp>
          <p:nvSpPr>
            <p:cNvPr id="64" name="Google Shape;64;p13"/>
            <p:cNvSpPr/>
            <p:nvPr/>
          </p:nvSpPr>
          <p:spPr>
            <a:xfrm>
              <a:off x="0" y="0"/>
              <a:ext cx="51206400" cy="7152600"/>
            </a:xfrm>
            <a:prstGeom prst="rect">
              <a:avLst/>
            </a:prstGeom>
            <a:solidFill>
              <a:srgbClr val="C41E3A"/>
            </a:solidFill>
            <a:ln w="19150" cap="flat" cmpd="sng">
              <a:solidFill>
                <a:srgbClr val="000000"/>
              </a:solidFill>
              <a:prstDash val="solid"/>
              <a:round/>
              <a:headEnd type="none" w="sm" len="sm"/>
              <a:tailEnd type="none" w="sm" len="sm"/>
            </a:ln>
          </p:spPr>
          <p:txBody>
            <a:bodyPr spcFirstLastPara="1" wrap="square" lIns="301788" tIns="301788" rIns="301788" bIns="301788" anchor="ctr" anchorCtr="0">
              <a:noAutofit/>
            </a:bodyPr>
            <a:lstStyle/>
            <a:p>
              <a:pPr algn="ctr"/>
              <a:endParaRPr sz="4967">
                <a:solidFill>
                  <a:srgbClr val="FFFFFF"/>
                </a:solidFill>
                <a:latin typeface="Calibri"/>
                <a:ea typeface="Calibri"/>
                <a:cs typeface="Calibri"/>
                <a:sym typeface="Calibri"/>
              </a:endParaRPr>
            </a:p>
          </p:txBody>
        </p:sp>
        <p:pic>
          <p:nvPicPr>
            <p:cNvPr id="65" name="Google Shape;65;p13" descr="A black and white logo&#10;&#10;Description automatically generated"/>
            <p:cNvPicPr preferRelativeResize="0"/>
            <p:nvPr/>
          </p:nvPicPr>
          <p:blipFill rotWithShape="1">
            <a:blip r:embed="rId3">
              <a:alphaModFix/>
            </a:blip>
            <a:srcRect/>
            <a:stretch/>
          </p:blipFill>
          <p:spPr>
            <a:xfrm>
              <a:off x="1128581" y="435185"/>
              <a:ext cx="8731776" cy="6282226"/>
            </a:xfrm>
            <a:prstGeom prst="rect">
              <a:avLst/>
            </a:prstGeom>
            <a:noFill/>
            <a:ln>
              <a:noFill/>
            </a:ln>
          </p:spPr>
        </p:pic>
        <p:pic>
          <p:nvPicPr>
            <p:cNvPr id="66" name="Google Shape;66;p13"/>
            <p:cNvPicPr preferRelativeResize="0"/>
            <p:nvPr/>
          </p:nvPicPr>
          <p:blipFill>
            <a:blip r:embed="rId4">
              <a:alphaModFix/>
            </a:blip>
            <a:stretch>
              <a:fillRect/>
            </a:stretch>
          </p:blipFill>
          <p:spPr>
            <a:xfrm>
              <a:off x="44238216" y="182175"/>
              <a:ext cx="5191014" cy="6788259"/>
            </a:xfrm>
            <a:prstGeom prst="rect">
              <a:avLst/>
            </a:prstGeom>
            <a:noFill/>
            <a:ln>
              <a:noFill/>
            </a:ln>
          </p:spPr>
        </p:pic>
        <p:sp>
          <p:nvSpPr>
            <p:cNvPr id="67" name="Google Shape;67;p13"/>
            <p:cNvSpPr txBox="1"/>
            <p:nvPr/>
          </p:nvSpPr>
          <p:spPr>
            <a:xfrm>
              <a:off x="11037030" y="1456637"/>
              <a:ext cx="30140100" cy="5260800"/>
            </a:xfrm>
            <a:prstGeom prst="rect">
              <a:avLst/>
            </a:prstGeom>
            <a:noFill/>
            <a:ln>
              <a:noFill/>
            </a:ln>
          </p:spPr>
          <p:txBody>
            <a:bodyPr spcFirstLastPara="1" wrap="square" lIns="67397" tIns="67397" rIns="67397" bIns="67397" anchor="t" anchorCtr="0">
              <a:noAutofit/>
            </a:bodyPr>
            <a:lstStyle/>
            <a:p>
              <a:pPr algn="ctr"/>
              <a:r>
                <a:rPr lang="en" sz="7197" dirty="0">
                  <a:solidFill>
                    <a:schemeClr val="lt1"/>
                  </a:solidFill>
                </a:rPr>
                <a:t>Neutrino Oscillations: </a:t>
              </a:r>
              <a:r>
                <a:rPr lang="en-US" sz="7197" dirty="0">
                  <a:solidFill>
                    <a:schemeClr val="lt1"/>
                  </a:solidFill>
                </a:rPr>
                <a:t>What Does It Mean</a:t>
              </a:r>
              <a:endParaRPr sz="7197" dirty="0">
                <a:solidFill>
                  <a:schemeClr val="lt1"/>
                </a:solidFill>
              </a:endParaRPr>
            </a:p>
            <a:p>
              <a:pPr algn="ctr"/>
              <a:r>
                <a:rPr lang="en" sz="4197" dirty="0">
                  <a:solidFill>
                    <a:schemeClr val="lt1"/>
                  </a:solidFill>
                </a:rPr>
                <a:t>Eden Kope, Thomas Campagna</a:t>
              </a:r>
            </a:p>
            <a:p>
              <a:pPr algn="ctr"/>
              <a:r>
                <a:rPr lang="en" sz="4197" dirty="0">
                  <a:solidFill>
                    <a:schemeClr val="lt1"/>
                  </a:solidFill>
                </a:rPr>
                <a:t>Dept. of Physics, Engineering &amp; Astronomy, Austin Peay State University</a:t>
              </a:r>
            </a:p>
            <a:p>
              <a:pPr algn="ctr"/>
              <a:r>
                <a:rPr lang="en" sz="4197" dirty="0">
                  <a:solidFill>
                    <a:schemeClr val="lt1"/>
                  </a:solidFill>
                </a:rPr>
                <a:t>ekope@students.apsu.edu, wcampagna@students.apsu.edu</a:t>
              </a:r>
              <a:endParaRPr sz="4197" dirty="0">
                <a:solidFill>
                  <a:schemeClr val="lt1"/>
                </a:solidFill>
              </a:endParaRPr>
            </a:p>
          </p:txBody>
        </p:sp>
      </p:grpSp>
      <p:pic>
        <p:nvPicPr>
          <p:cNvPr id="72" name="Google Shape;72;p13" title="Screenshot 2025-12-03 at 1.43.21 AM.png"/>
          <p:cNvPicPr preferRelativeResize="0"/>
          <p:nvPr/>
        </p:nvPicPr>
        <p:blipFill>
          <a:blip r:embed="rId5">
            <a:alphaModFix/>
          </a:blip>
          <a:stretch>
            <a:fillRect/>
          </a:stretch>
        </p:blipFill>
        <p:spPr>
          <a:xfrm>
            <a:off x="2335281" y="26630878"/>
            <a:ext cx="8940756" cy="4882895"/>
          </a:xfrm>
          <a:prstGeom prst="rect">
            <a:avLst/>
          </a:prstGeom>
          <a:noFill/>
          <a:ln>
            <a:noFill/>
          </a:ln>
        </p:spPr>
      </p:pic>
      <p:sp>
        <p:nvSpPr>
          <p:cNvPr id="73" name="Google Shape;73;p13"/>
          <p:cNvSpPr txBox="1"/>
          <p:nvPr/>
        </p:nvSpPr>
        <p:spPr>
          <a:xfrm>
            <a:off x="12636337" y="5386097"/>
            <a:ext cx="15376765" cy="10991711"/>
          </a:xfrm>
          <a:prstGeom prst="rect">
            <a:avLst/>
          </a:prstGeom>
          <a:noFill/>
          <a:ln>
            <a:noFill/>
          </a:ln>
        </p:spPr>
        <p:txBody>
          <a:bodyPr spcFirstLastPara="1" wrap="square" lIns="67397" tIns="67397" rIns="67397" bIns="67397" anchor="t" anchorCtr="0">
            <a:spAutoFit/>
          </a:bodyPr>
          <a:lstStyle/>
          <a:p>
            <a:pPr algn="ctr"/>
            <a:r>
              <a:rPr lang="en" sz="5082" dirty="0">
                <a:solidFill>
                  <a:schemeClr val="dk2"/>
                </a:solidFill>
              </a:rPr>
              <a:t>The Physics of Oscillation</a:t>
            </a:r>
            <a:endParaRPr sz="5082" dirty="0">
              <a:solidFill>
                <a:schemeClr val="dk2"/>
              </a:solidFill>
            </a:endParaRPr>
          </a:p>
          <a:p>
            <a:pPr algn="just">
              <a:lnSpc>
                <a:spcPct val="115000"/>
              </a:lnSpc>
              <a:buClr>
                <a:schemeClr val="dk1"/>
              </a:buClr>
              <a:buSzPts val="927"/>
            </a:pPr>
            <a:r>
              <a:rPr lang="en" sz="2800" dirty="0">
                <a:solidFill>
                  <a:schemeClr val="dk1"/>
                </a:solidFill>
              </a:rPr>
              <a:t>When detected, neutrinos show up as one of three flavors: electron, muon, or tau. However, when they travel through space, they exist as three distinct mass states. Nature propagates the mass states, but detectors only measure the flavor states. The Pontecorvo-Maki-Nakagawa-Sakata (PMNS) Matrix is the key that links these two viewpoints. It specifies exactly how much of each mass state contributes to creating each flavor state [8]. Because each mass state has a slightly different mass, they travel at slightly different "speeds" or, more precisely, their quantum phases evolve differently with time and distance. As the neutrino travels, this difference causes the original flavor mixture to change. This change is what we call neutrino oscillation [3].</a:t>
            </a:r>
            <a:endParaRPr sz="2800" dirty="0">
              <a:solidFill>
                <a:schemeClr val="dk1"/>
              </a:solidFill>
            </a:endParaRPr>
          </a:p>
          <a:p>
            <a:pPr algn="just">
              <a:lnSpc>
                <a:spcPct val="115000"/>
              </a:lnSpc>
              <a:spcBef>
                <a:spcPts val="4470"/>
              </a:spcBef>
              <a:buClr>
                <a:schemeClr val="dk1"/>
              </a:buClr>
              <a:buSzPts val="927"/>
            </a:pPr>
            <a:endParaRPr lang="en-US" sz="2800" dirty="0">
              <a:solidFill>
                <a:schemeClr val="dk1"/>
              </a:solidFill>
            </a:endParaRPr>
          </a:p>
          <a:p>
            <a:pPr algn="just">
              <a:lnSpc>
                <a:spcPct val="115000"/>
              </a:lnSpc>
              <a:spcBef>
                <a:spcPts val="4470"/>
              </a:spcBef>
              <a:buClr>
                <a:schemeClr val="dk1"/>
              </a:buClr>
              <a:buSzPts val="927"/>
            </a:pPr>
            <a:endParaRPr sz="2800" dirty="0">
              <a:solidFill>
                <a:schemeClr val="dk1"/>
              </a:solidFill>
            </a:endParaRPr>
          </a:p>
          <a:p>
            <a:pPr algn="just">
              <a:lnSpc>
                <a:spcPct val="115000"/>
              </a:lnSpc>
              <a:buClr>
                <a:schemeClr val="dk1"/>
              </a:buClr>
              <a:buSzPts val="927"/>
            </a:pPr>
            <a:r>
              <a:rPr lang="en" sz="2800" dirty="0">
                <a:solidFill>
                  <a:schemeClr val="dk1"/>
                </a:solidFill>
              </a:rPr>
              <a:t>The Neutrino Oscillation Probability Equation yields the probability that a neutrino created as one flavor is later measured as a different flavor after traveling a distance. Oscillations happen because the flavor states are mixtures of mass states, and the mass states move with slightly different phases as they travel [9]. The mixing angle controls how strongly the flavors mix. The mass squared difference (MSD) controls oscillation frequency, if the MSD was 0 then there would be no oscillations, that is why oscillations imply a difference in mass. The first sin² term sets the oscillation amplitude (maximum conversion), while the second sin² term governs the periodic frequency (2).</a:t>
            </a:r>
            <a:endParaRPr sz="2800" dirty="0">
              <a:solidFill>
                <a:schemeClr val="dk1"/>
              </a:solidFill>
            </a:endParaRPr>
          </a:p>
        </p:txBody>
      </p:sp>
      <p:sp>
        <p:nvSpPr>
          <p:cNvPr id="80" name="Google Shape;80;p13"/>
          <p:cNvSpPr/>
          <p:nvPr/>
        </p:nvSpPr>
        <p:spPr>
          <a:xfrm>
            <a:off x="1321486" y="5066441"/>
            <a:ext cx="10994423" cy="15936039"/>
          </a:xfrm>
          <a:prstGeom prst="roundRect">
            <a:avLst>
              <a:gd name="adj" fmla="val 9709"/>
            </a:avLst>
          </a:prstGeom>
          <a:solidFill>
            <a:schemeClr val="lt1"/>
          </a:solidFill>
          <a:ln w="32100" cap="flat" cmpd="sng">
            <a:solidFill>
              <a:schemeClr val="tx1"/>
            </a:solidFill>
            <a:prstDash val="solid"/>
            <a:round/>
            <a:headEnd type="none" w="sm" len="sm"/>
            <a:tailEnd type="none" w="sm" len="sm"/>
          </a:ln>
        </p:spPr>
        <p:txBody>
          <a:bodyPr spcFirstLastPara="1" wrap="square" lIns="67397" tIns="67397" rIns="67397" bIns="67397" anchor="ctr" anchorCtr="0">
            <a:noAutofit/>
          </a:bodyPr>
          <a:lstStyle/>
          <a:p>
            <a:endParaRPr sz="885"/>
          </a:p>
        </p:txBody>
      </p:sp>
      <p:sp>
        <p:nvSpPr>
          <p:cNvPr id="81" name="Google Shape;81;p13"/>
          <p:cNvSpPr txBox="1"/>
          <p:nvPr/>
        </p:nvSpPr>
        <p:spPr>
          <a:xfrm>
            <a:off x="1548001" y="5376734"/>
            <a:ext cx="10567743" cy="6586018"/>
          </a:xfrm>
          <a:prstGeom prst="rect">
            <a:avLst/>
          </a:prstGeom>
          <a:noFill/>
          <a:ln>
            <a:noFill/>
          </a:ln>
        </p:spPr>
        <p:txBody>
          <a:bodyPr spcFirstLastPara="1" wrap="square" lIns="67397" tIns="67397" rIns="67397" bIns="67397" anchor="t" anchorCtr="0">
            <a:spAutoFit/>
          </a:bodyPr>
          <a:lstStyle/>
          <a:p>
            <a:pPr algn="ctr"/>
            <a:r>
              <a:rPr lang="en" sz="5013" dirty="0">
                <a:solidFill>
                  <a:schemeClr val="dk2"/>
                </a:solidFill>
              </a:rPr>
              <a:t>What is a Neutrino?</a:t>
            </a:r>
            <a:endParaRPr sz="5013" dirty="0">
              <a:solidFill>
                <a:schemeClr val="dk1"/>
              </a:solidFill>
            </a:endParaRPr>
          </a:p>
          <a:p>
            <a:pPr algn="just">
              <a:buClr>
                <a:schemeClr val="dk1"/>
              </a:buClr>
              <a:buSzPts val="927"/>
            </a:pPr>
            <a:r>
              <a:rPr lang="en" sz="2800" dirty="0">
                <a:solidFill>
                  <a:schemeClr val="dk1"/>
                </a:solidFill>
              </a:rPr>
              <a:t>Neutrinos are one of the elementary particles. They have no electric charge, rarely interact with other matter, and are the most abundant particles in the Universe that have mass (although, very little mass) [4], [8]. There are three flavors of neutrinos: the electron neutrino, the muon neutrino, and the tau neutrino [3].</a:t>
            </a:r>
            <a:endParaRPr sz="2800" dirty="0">
              <a:solidFill>
                <a:schemeClr val="dk1"/>
              </a:solidFill>
            </a:endParaRPr>
          </a:p>
          <a:p>
            <a:pPr algn="just">
              <a:spcBef>
                <a:spcPts val="295"/>
              </a:spcBef>
              <a:spcAft>
                <a:spcPts val="295"/>
              </a:spcAft>
              <a:buClr>
                <a:schemeClr val="dk1"/>
              </a:buClr>
              <a:buSzPts val="927"/>
            </a:pPr>
            <a:r>
              <a:rPr lang="en" sz="2800" dirty="0">
                <a:solidFill>
                  <a:schemeClr val="dk1"/>
                </a:solidFill>
              </a:rPr>
              <a:t>The Standard Model (SM) organizes all known particles and forces (except gravity) (</a:t>
            </a:r>
            <a:r>
              <a:rPr lang="en" sz="2800" b="1" dirty="0">
                <a:solidFill>
                  <a:srgbClr val="C41E3A"/>
                </a:solidFill>
              </a:rPr>
              <a:t>Fig. 1</a:t>
            </a:r>
            <a:r>
              <a:rPr lang="en" sz="2800" dirty="0">
                <a:solidFill>
                  <a:schemeClr val="dk1"/>
                </a:solidFill>
              </a:rPr>
              <a:t>) [6], originally assuming neutrinos were massless [8]. Neutrino oscillations suggests they do have mass, requiring new physics beyond the SM. Oscillations are described in terms of probabilities as their mass states propagate (</a:t>
            </a:r>
            <a:r>
              <a:rPr lang="en" sz="2800" b="1" dirty="0">
                <a:solidFill>
                  <a:srgbClr val="1969EE"/>
                </a:solidFill>
              </a:rPr>
              <a:t>Fig. 2</a:t>
            </a:r>
            <a:r>
              <a:rPr lang="en" sz="2800" dirty="0">
                <a:solidFill>
                  <a:schemeClr val="dk1"/>
                </a:solidFill>
              </a:rPr>
              <a:t>). There are several other open problems that neutrinos affect - matter/antimatter asymmetry, supernova physics, and proton decay being some [8].</a:t>
            </a:r>
            <a:endParaRPr sz="2800" dirty="0">
              <a:solidFill>
                <a:schemeClr val="dk1"/>
              </a:solidFill>
            </a:endParaRPr>
          </a:p>
        </p:txBody>
      </p:sp>
      <p:pic>
        <p:nvPicPr>
          <p:cNvPr id="82" name="Google Shape;82;p13"/>
          <p:cNvPicPr preferRelativeResize="0"/>
          <p:nvPr/>
        </p:nvPicPr>
        <p:blipFill>
          <a:blip r:embed="rId6">
            <a:alphaModFix/>
          </a:blip>
          <a:stretch>
            <a:fillRect/>
          </a:stretch>
        </p:blipFill>
        <p:spPr>
          <a:xfrm>
            <a:off x="1754143" y="12002774"/>
            <a:ext cx="5518559" cy="5562151"/>
          </a:xfrm>
          <a:prstGeom prst="rect">
            <a:avLst/>
          </a:prstGeom>
          <a:noFill/>
          <a:ln>
            <a:noFill/>
          </a:ln>
        </p:spPr>
      </p:pic>
      <p:pic>
        <p:nvPicPr>
          <p:cNvPr id="83" name="Google Shape;83;p13" title="Screenshot 2025-12-07 at 6.45.02 PM.png"/>
          <p:cNvPicPr preferRelativeResize="0"/>
          <p:nvPr/>
        </p:nvPicPr>
        <p:blipFill rotWithShape="1">
          <a:blip r:embed="rId7">
            <a:alphaModFix/>
          </a:blip>
          <a:srcRect t="622" b="631"/>
          <a:stretch/>
        </p:blipFill>
        <p:spPr>
          <a:xfrm>
            <a:off x="6689345" y="16728506"/>
            <a:ext cx="5340416" cy="3868126"/>
          </a:xfrm>
          <a:prstGeom prst="rect">
            <a:avLst/>
          </a:prstGeom>
          <a:noFill/>
          <a:ln>
            <a:noFill/>
          </a:ln>
        </p:spPr>
      </p:pic>
      <p:sp>
        <p:nvSpPr>
          <p:cNvPr id="84" name="Google Shape;84;p13"/>
          <p:cNvSpPr txBox="1"/>
          <p:nvPr/>
        </p:nvSpPr>
        <p:spPr>
          <a:xfrm>
            <a:off x="2262105" y="18669604"/>
            <a:ext cx="4386638" cy="970290"/>
          </a:xfrm>
          <a:prstGeom prst="rect">
            <a:avLst/>
          </a:prstGeom>
          <a:noFill/>
          <a:ln>
            <a:noFill/>
          </a:ln>
        </p:spPr>
        <p:txBody>
          <a:bodyPr spcFirstLastPara="1" wrap="square" lIns="23253" tIns="23253" rIns="23253" bIns="23253" anchor="t" anchorCtr="0">
            <a:spAutoFit/>
          </a:bodyPr>
          <a:lstStyle/>
          <a:p>
            <a:r>
              <a:rPr lang="en" sz="2000" b="1" dirty="0">
                <a:solidFill>
                  <a:schemeClr val="accent1"/>
                </a:solidFill>
              </a:rPr>
              <a:t>F</a:t>
            </a:r>
            <a:r>
              <a:rPr lang="en" sz="2000" b="1" dirty="0">
                <a:solidFill>
                  <a:srgbClr val="1969EE"/>
                </a:solidFill>
              </a:rPr>
              <a:t>igure 2</a:t>
            </a:r>
            <a:r>
              <a:rPr lang="en" sz="2000" dirty="0">
                <a:solidFill>
                  <a:srgbClr val="1969EE"/>
                </a:solidFill>
              </a:rPr>
              <a:t>:</a:t>
            </a:r>
            <a:r>
              <a:rPr lang="en" sz="2000" dirty="0">
                <a:solidFill>
                  <a:schemeClr val="dk1"/>
                </a:solidFill>
              </a:rPr>
              <a:t> </a:t>
            </a:r>
            <a:r>
              <a:rPr lang="en" sz="2000" dirty="0">
                <a:solidFill>
                  <a:srgbClr val="111111"/>
                </a:solidFill>
                <a:latin typeface="Roboto"/>
                <a:ea typeface="Roboto"/>
                <a:cs typeface="Roboto"/>
                <a:sym typeface="Roboto"/>
              </a:rPr>
              <a:t> Probabilities of neutrino oscillations assuming the initial state is an electron neutrino. [10]</a:t>
            </a:r>
            <a:endParaRPr sz="2000" dirty="0">
              <a:solidFill>
                <a:schemeClr val="dk1"/>
              </a:solidFill>
            </a:endParaRPr>
          </a:p>
        </p:txBody>
      </p:sp>
      <p:sp>
        <p:nvSpPr>
          <p:cNvPr id="85" name="Google Shape;85;p13"/>
          <p:cNvSpPr txBox="1"/>
          <p:nvPr/>
        </p:nvSpPr>
        <p:spPr>
          <a:xfrm>
            <a:off x="7567262" y="13520568"/>
            <a:ext cx="4116739" cy="1508417"/>
          </a:xfrm>
          <a:prstGeom prst="rect">
            <a:avLst/>
          </a:prstGeom>
          <a:noFill/>
          <a:ln>
            <a:noFill/>
          </a:ln>
        </p:spPr>
        <p:txBody>
          <a:bodyPr spcFirstLastPara="1" wrap="square" lIns="79997" tIns="79997" rIns="79997" bIns="79997" anchor="t" anchorCtr="0">
            <a:noAutofit/>
          </a:bodyPr>
          <a:lstStyle/>
          <a:p>
            <a:r>
              <a:rPr lang="en" sz="2000" b="1" dirty="0">
                <a:solidFill>
                  <a:srgbClr val="C41E3A"/>
                </a:solidFill>
              </a:rPr>
              <a:t>Figure 1</a:t>
            </a:r>
            <a:r>
              <a:rPr lang="en" sz="2000" dirty="0">
                <a:solidFill>
                  <a:schemeClr val="dk1"/>
                </a:solidFill>
              </a:rPr>
              <a:t>: The Standard Model of Elementary Particles. [Image obtained from WikiMedia Commons, Cush]</a:t>
            </a:r>
            <a:endParaRPr sz="2000" dirty="0">
              <a:solidFill>
                <a:schemeClr val="dk1"/>
              </a:solidFill>
            </a:endParaRPr>
          </a:p>
        </p:txBody>
      </p:sp>
      <p:grpSp>
        <p:nvGrpSpPr>
          <p:cNvPr id="86" name="Google Shape;86;p13"/>
          <p:cNvGrpSpPr/>
          <p:nvPr/>
        </p:nvGrpSpPr>
        <p:grpSpPr>
          <a:xfrm>
            <a:off x="13967967" y="10523042"/>
            <a:ext cx="12393177" cy="1584983"/>
            <a:chOff x="983959" y="10725837"/>
            <a:chExt cx="11007938" cy="1200151"/>
          </a:xfrm>
        </p:grpSpPr>
        <p:pic>
          <p:nvPicPr>
            <p:cNvPr id="87" name="Google Shape;87;p13" title="Screenshot 2025-12-04 at 9.08.27 PM.png"/>
            <p:cNvPicPr preferRelativeResize="0"/>
            <p:nvPr/>
          </p:nvPicPr>
          <p:blipFill rotWithShape="1">
            <a:blip r:embed="rId8">
              <a:alphaModFix/>
            </a:blip>
            <a:srcRect t="17649" b="16024"/>
            <a:stretch/>
          </p:blipFill>
          <p:spPr>
            <a:xfrm>
              <a:off x="4917922" y="10725837"/>
              <a:ext cx="6477000" cy="966600"/>
            </a:xfrm>
            <a:prstGeom prst="rect">
              <a:avLst/>
            </a:prstGeom>
            <a:noFill/>
            <a:ln>
              <a:noFill/>
            </a:ln>
          </p:spPr>
        </p:pic>
        <p:pic>
          <p:nvPicPr>
            <p:cNvPr id="88" name="Google Shape;88;p13" title="Screenshot 2025-12-04 at 9.08.54 PM.png"/>
            <p:cNvPicPr preferRelativeResize="0"/>
            <p:nvPr/>
          </p:nvPicPr>
          <p:blipFill>
            <a:blip r:embed="rId9">
              <a:alphaModFix/>
            </a:blip>
            <a:stretch>
              <a:fillRect/>
            </a:stretch>
          </p:blipFill>
          <p:spPr>
            <a:xfrm>
              <a:off x="983959" y="10725838"/>
              <a:ext cx="3876675" cy="1200150"/>
            </a:xfrm>
            <a:prstGeom prst="rect">
              <a:avLst/>
            </a:prstGeom>
            <a:noFill/>
            <a:ln>
              <a:noFill/>
            </a:ln>
          </p:spPr>
        </p:pic>
        <p:sp>
          <p:nvSpPr>
            <p:cNvPr id="89" name="Google Shape;89;p13"/>
            <p:cNvSpPr txBox="1"/>
            <p:nvPr/>
          </p:nvSpPr>
          <p:spPr>
            <a:xfrm>
              <a:off x="4521922" y="11079613"/>
              <a:ext cx="539701" cy="326248"/>
            </a:xfrm>
            <a:prstGeom prst="rect">
              <a:avLst/>
            </a:prstGeom>
            <a:noFill/>
            <a:ln>
              <a:noFill/>
            </a:ln>
          </p:spPr>
          <p:txBody>
            <a:bodyPr spcFirstLastPara="1" wrap="square" lIns="79997" tIns="79997" rIns="79997" bIns="79997" anchor="t" anchorCtr="0">
              <a:spAutoFit/>
            </a:bodyPr>
            <a:lstStyle/>
            <a:p>
              <a:r>
                <a:rPr lang="en" sz="1750">
                  <a:solidFill>
                    <a:schemeClr val="dk1"/>
                  </a:solidFill>
                </a:rPr>
                <a:t>(1)</a:t>
              </a:r>
              <a:endParaRPr sz="1750">
                <a:solidFill>
                  <a:schemeClr val="dk1"/>
                </a:solidFill>
              </a:endParaRPr>
            </a:p>
          </p:txBody>
        </p:sp>
        <p:sp>
          <p:nvSpPr>
            <p:cNvPr id="90" name="Google Shape;90;p13"/>
            <p:cNvSpPr txBox="1"/>
            <p:nvPr/>
          </p:nvSpPr>
          <p:spPr>
            <a:xfrm>
              <a:off x="11452196" y="10962838"/>
              <a:ext cx="539701" cy="326248"/>
            </a:xfrm>
            <a:prstGeom prst="rect">
              <a:avLst/>
            </a:prstGeom>
            <a:noFill/>
            <a:ln>
              <a:noFill/>
            </a:ln>
          </p:spPr>
          <p:txBody>
            <a:bodyPr spcFirstLastPara="1" wrap="square" lIns="79997" tIns="79997" rIns="79997" bIns="79997" anchor="t" anchorCtr="0">
              <a:spAutoFit/>
            </a:bodyPr>
            <a:lstStyle/>
            <a:p>
              <a:r>
                <a:rPr lang="en" sz="1750">
                  <a:solidFill>
                    <a:schemeClr val="dk1"/>
                  </a:solidFill>
                </a:rPr>
                <a:t>(2)</a:t>
              </a:r>
              <a:endParaRPr sz="1750">
                <a:solidFill>
                  <a:schemeClr val="dk1"/>
                </a:solidFill>
              </a:endParaRPr>
            </a:p>
          </p:txBody>
        </p:sp>
      </p:grpSp>
      <p:sp>
        <p:nvSpPr>
          <p:cNvPr id="91" name="Google Shape;91;p13"/>
          <p:cNvSpPr txBox="1"/>
          <p:nvPr/>
        </p:nvSpPr>
        <p:spPr>
          <a:xfrm>
            <a:off x="3189584" y="31614677"/>
            <a:ext cx="7187250" cy="1443072"/>
          </a:xfrm>
          <a:prstGeom prst="rect">
            <a:avLst/>
          </a:prstGeom>
          <a:noFill/>
          <a:ln>
            <a:noFill/>
          </a:ln>
        </p:spPr>
        <p:txBody>
          <a:bodyPr spcFirstLastPara="1" wrap="square" lIns="79997" tIns="79997" rIns="79997" bIns="79997" anchor="t" anchorCtr="0">
            <a:noAutofit/>
          </a:bodyPr>
          <a:lstStyle/>
          <a:p>
            <a:r>
              <a:rPr lang="en" sz="2000" b="1" dirty="0">
                <a:solidFill>
                  <a:srgbClr val="3ABB02"/>
                </a:solidFill>
              </a:rPr>
              <a:t>Figure 3:</a:t>
            </a:r>
            <a:r>
              <a:rPr lang="en" sz="2000" dirty="0">
                <a:solidFill>
                  <a:schemeClr val="dk1"/>
                </a:solidFill>
              </a:rPr>
              <a:t> This figure compares the solar electron neutrino (νₑ​​) flux observed by the Homestake experiment [4] to the theoretical prediction derived from the Standard Solar Model (SSM), showcasing the deficiency.</a:t>
            </a:r>
            <a:endParaRPr sz="2000" dirty="0">
              <a:solidFill>
                <a:schemeClr val="dk1"/>
              </a:solidFill>
            </a:endParaRPr>
          </a:p>
        </p:txBody>
      </p:sp>
      <p:sp>
        <p:nvSpPr>
          <p:cNvPr id="92" name="Google Shape;92;p13"/>
          <p:cNvSpPr txBox="1"/>
          <p:nvPr/>
        </p:nvSpPr>
        <p:spPr>
          <a:xfrm>
            <a:off x="13826654" y="32458365"/>
            <a:ext cx="5858995" cy="865463"/>
          </a:xfrm>
          <a:prstGeom prst="rect">
            <a:avLst/>
          </a:prstGeom>
          <a:noFill/>
          <a:ln>
            <a:noFill/>
          </a:ln>
        </p:spPr>
        <p:txBody>
          <a:bodyPr spcFirstLastPara="1" wrap="square" lIns="79997" tIns="79997" rIns="79997" bIns="79997" anchor="t" anchorCtr="0">
            <a:noAutofit/>
          </a:bodyPr>
          <a:lstStyle/>
          <a:p>
            <a:pPr>
              <a:buClr>
                <a:schemeClr val="dk1"/>
              </a:buClr>
              <a:buSzPts val="1100"/>
            </a:pPr>
            <a:r>
              <a:rPr lang="en" sz="2000" b="1" dirty="0">
                <a:solidFill>
                  <a:srgbClr val="F1C232"/>
                </a:solidFill>
              </a:rPr>
              <a:t>Figure 4:</a:t>
            </a:r>
            <a:r>
              <a:rPr lang="en" sz="2000" dirty="0">
                <a:solidFill>
                  <a:srgbClr val="F1C232"/>
                </a:solidFill>
              </a:rPr>
              <a:t> </a:t>
            </a:r>
            <a:r>
              <a:rPr lang="en" sz="2000" dirty="0">
                <a:solidFill>
                  <a:schemeClr val="dk1"/>
                </a:solidFill>
              </a:rPr>
              <a:t>Inside the water chamber of the Super-K detector [Super-Kamiokande].</a:t>
            </a:r>
            <a:endParaRPr sz="2000" dirty="0">
              <a:solidFill>
                <a:schemeClr val="dk1"/>
              </a:solidFill>
            </a:endParaRPr>
          </a:p>
        </p:txBody>
      </p:sp>
      <p:pic>
        <p:nvPicPr>
          <p:cNvPr id="17" name="Picture 16" descr="A diagram of a road&#10;&#10;AI-generated content may be incorrect.">
            <a:extLst>
              <a:ext uri="{FF2B5EF4-FFF2-40B4-BE49-F238E27FC236}">
                <a16:creationId xmlns:a16="http://schemas.microsoft.com/office/drawing/2014/main" id="{A78A0DC2-65B9-AA04-3CC8-F7ECEEDCCDA2}"/>
              </a:ext>
            </a:extLst>
          </p:cNvPr>
          <p:cNvPicPr>
            <a:picLocks noChangeAspect="1"/>
          </p:cNvPicPr>
          <p:nvPr/>
        </p:nvPicPr>
        <p:blipFill>
          <a:blip r:embed="rId10"/>
          <a:stretch>
            <a:fillRect/>
          </a:stretch>
        </p:blipFill>
        <p:spPr>
          <a:xfrm>
            <a:off x="12876348" y="33490360"/>
            <a:ext cx="14932120" cy="4237663"/>
          </a:xfrm>
          <a:prstGeom prst="rect">
            <a:avLst/>
          </a:prstGeom>
        </p:spPr>
      </p:pic>
      <p:sp>
        <p:nvSpPr>
          <p:cNvPr id="93" name="Google Shape;93;p13"/>
          <p:cNvSpPr txBox="1"/>
          <p:nvPr/>
        </p:nvSpPr>
        <p:spPr>
          <a:xfrm>
            <a:off x="17196693" y="37480772"/>
            <a:ext cx="6273003" cy="771838"/>
          </a:xfrm>
          <a:prstGeom prst="rect">
            <a:avLst/>
          </a:prstGeom>
          <a:noFill/>
          <a:ln>
            <a:noFill/>
          </a:ln>
        </p:spPr>
        <p:txBody>
          <a:bodyPr spcFirstLastPara="1" wrap="square" lIns="79997" tIns="79997" rIns="79997" bIns="79997" anchor="t" anchorCtr="0">
            <a:noAutofit/>
          </a:bodyPr>
          <a:lstStyle/>
          <a:p>
            <a:pPr>
              <a:buClr>
                <a:schemeClr val="dk1"/>
              </a:buClr>
              <a:buSzPts val="1100"/>
            </a:pPr>
            <a:r>
              <a:rPr lang="en" sz="2000" b="1" dirty="0">
                <a:solidFill>
                  <a:srgbClr val="9900FF"/>
                </a:solidFill>
              </a:rPr>
              <a:t>Figure 5:</a:t>
            </a:r>
            <a:r>
              <a:rPr lang="en" sz="2000" dirty="0">
                <a:solidFill>
                  <a:srgbClr val="F1C232"/>
                </a:solidFill>
              </a:rPr>
              <a:t> </a:t>
            </a:r>
            <a:r>
              <a:rPr lang="en" sz="2000" dirty="0">
                <a:solidFill>
                  <a:schemeClr val="dk1"/>
                </a:solidFill>
              </a:rPr>
              <a:t>Diagram of the T2K long-baseline J-PARC neutrino beam to Super-K detector [24].</a:t>
            </a:r>
            <a:endParaRPr sz="2000" dirty="0">
              <a:solidFill>
                <a:schemeClr val="dk2"/>
              </a:solidFill>
            </a:endParaRPr>
          </a:p>
        </p:txBody>
      </p:sp>
      <p:pic>
        <p:nvPicPr>
          <p:cNvPr id="96" name="Google Shape;96;p13" title="gal_MnOrenewal_icecube_detector_9996b6adb.jpg"/>
          <p:cNvPicPr preferRelativeResize="0"/>
          <p:nvPr/>
        </p:nvPicPr>
        <p:blipFill>
          <a:blip r:embed="rId11">
            <a:alphaModFix/>
          </a:blip>
          <a:stretch>
            <a:fillRect/>
          </a:stretch>
        </p:blipFill>
        <p:spPr>
          <a:xfrm>
            <a:off x="21273536" y="27609272"/>
            <a:ext cx="6737682" cy="5119546"/>
          </a:xfrm>
          <a:prstGeom prst="rect">
            <a:avLst/>
          </a:prstGeom>
          <a:noFill/>
          <a:ln>
            <a:noFill/>
          </a:ln>
        </p:spPr>
      </p:pic>
      <p:sp>
        <p:nvSpPr>
          <p:cNvPr id="94" name="Google Shape;94;p13"/>
          <p:cNvSpPr txBox="1"/>
          <p:nvPr/>
        </p:nvSpPr>
        <p:spPr>
          <a:xfrm>
            <a:off x="21903459" y="32625018"/>
            <a:ext cx="5805674" cy="865463"/>
          </a:xfrm>
          <a:prstGeom prst="rect">
            <a:avLst/>
          </a:prstGeom>
          <a:noFill/>
          <a:ln>
            <a:noFill/>
          </a:ln>
        </p:spPr>
        <p:txBody>
          <a:bodyPr spcFirstLastPara="1" wrap="square" lIns="79997" tIns="79997" rIns="79997" bIns="79997" anchor="t" anchorCtr="0">
            <a:noAutofit/>
          </a:bodyPr>
          <a:lstStyle/>
          <a:p>
            <a:pPr>
              <a:buClr>
                <a:schemeClr val="dk1"/>
              </a:buClr>
              <a:buSzPts val="1100"/>
            </a:pPr>
            <a:r>
              <a:rPr lang="en" sz="2000" b="1" dirty="0">
                <a:solidFill>
                  <a:srgbClr val="0000FF"/>
                </a:solidFill>
              </a:rPr>
              <a:t>Figure 6:</a:t>
            </a:r>
            <a:r>
              <a:rPr lang="en" sz="2000" dirty="0">
                <a:solidFill>
                  <a:srgbClr val="F1C232"/>
                </a:solidFill>
              </a:rPr>
              <a:t> </a:t>
            </a:r>
            <a:r>
              <a:rPr lang="en" sz="2000" dirty="0">
                <a:solidFill>
                  <a:schemeClr val="dk1"/>
                </a:solidFill>
              </a:rPr>
              <a:t>A diagram of the IceCube detector [15].</a:t>
            </a:r>
            <a:endParaRPr sz="2000" dirty="0">
              <a:solidFill>
                <a:schemeClr val="dk2"/>
              </a:solidFill>
            </a:endParaRPr>
          </a:p>
        </p:txBody>
      </p:sp>
      <p:pic>
        <p:nvPicPr>
          <p:cNvPr id="95" name="Google Shape;95;p13" title="img_outline_main@2x.jpg"/>
          <p:cNvPicPr preferRelativeResize="0"/>
          <p:nvPr/>
        </p:nvPicPr>
        <p:blipFill>
          <a:blip r:embed="rId12">
            <a:alphaModFix/>
          </a:blip>
          <a:stretch>
            <a:fillRect/>
          </a:stretch>
        </p:blipFill>
        <p:spPr>
          <a:xfrm>
            <a:off x="12670435" y="27799419"/>
            <a:ext cx="8166295" cy="4454729"/>
          </a:xfrm>
          <a:prstGeom prst="rect">
            <a:avLst/>
          </a:prstGeom>
          <a:solidFill>
            <a:schemeClr val="lt1"/>
          </a:solidFill>
          <a:ln w="38100" cap="flat" cmpd="sng">
            <a:solidFill>
              <a:schemeClr val="dk1"/>
            </a:solidFill>
            <a:prstDash val="solid"/>
            <a:round/>
            <a:headEnd type="none" w="sm" len="sm"/>
            <a:tailEnd type="none" w="sm" len="sm"/>
          </a:ln>
        </p:spPr>
      </p:pic>
      <p:sp>
        <p:nvSpPr>
          <p:cNvPr id="12" name="TextBox 11">
            <a:extLst>
              <a:ext uri="{FF2B5EF4-FFF2-40B4-BE49-F238E27FC236}">
                <a16:creationId xmlns:a16="http://schemas.microsoft.com/office/drawing/2014/main" id="{0D66A5EA-55EC-3A7B-5CAB-CB0D8A1309AE}"/>
              </a:ext>
            </a:extLst>
          </p:cNvPr>
          <p:cNvSpPr txBox="1"/>
          <p:nvPr/>
        </p:nvSpPr>
        <p:spPr>
          <a:xfrm>
            <a:off x="30741322" y="26743404"/>
            <a:ext cx="6777714" cy="707886"/>
          </a:xfrm>
          <a:prstGeom prst="rect">
            <a:avLst/>
          </a:prstGeom>
          <a:noFill/>
        </p:spPr>
        <p:txBody>
          <a:bodyPr wrap="square" rtlCol="0">
            <a:spAutoFit/>
          </a:bodyPr>
          <a:lstStyle/>
          <a:p>
            <a:r>
              <a:rPr lang="en-US" sz="2000" b="1" dirty="0">
                <a:solidFill>
                  <a:schemeClr val="accent5">
                    <a:lumMod val="60000"/>
                    <a:lumOff val="40000"/>
                  </a:schemeClr>
                </a:solidFill>
              </a:rPr>
              <a:t>Figure 7:</a:t>
            </a:r>
            <a:r>
              <a:rPr lang="en-US" sz="2000" dirty="0">
                <a:solidFill>
                  <a:schemeClr val="accent5">
                    <a:lumMod val="60000"/>
                    <a:lumOff val="40000"/>
                  </a:schemeClr>
                </a:solidFill>
              </a:rPr>
              <a:t> </a:t>
            </a:r>
            <a:r>
              <a:rPr lang="en-US" sz="2000" dirty="0">
                <a:solidFill>
                  <a:schemeClr val="dk1"/>
                </a:solidFill>
              </a:rPr>
              <a:t>A diagram showing the Long-Baseline Neutrino Facility neutrino beam to DUNE detector. [Fermilab]</a:t>
            </a:r>
            <a:endParaRPr lang="en-US" dirty="0"/>
          </a:p>
        </p:txBody>
      </p:sp>
      <p:pic>
        <p:nvPicPr>
          <p:cNvPr id="14" name="Picture 13" descr="A diagram of a blue surface&#10;&#10;AI-generated content may be incorrect.">
            <a:extLst>
              <a:ext uri="{FF2B5EF4-FFF2-40B4-BE49-F238E27FC236}">
                <a16:creationId xmlns:a16="http://schemas.microsoft.com/office/drawing/2014/main" id="{6DC73A98-C647-5585-7428-27B1D931CFE5}"/>
              </a:ext>
            </a:extLst>
          </p:cNvPr>
          <p:cNvPicPr>
            <a:picLocks noChangeAspect="1"/>
          </p:cNvPicPr>
          <p:nvPr/>
        </p:nvPicPr>
        <p:blipFill>
          <a:blip r:embed="rId13"/>
          <a:stretch>
            <a:fillRect/>
          </a:stretch>
        </p:blipFill>
        <p:spPr>
          <a:xfrm>
            <a:off x="29133316" y="23057576"/>
            <a:ext cx="9993727" cy="3505840"/>
          </a:xfrm>
          <a:prstGeom prst="rect">
            <a:avLst/>
          </a:prstGeom>
        </p:spPr>
      </p:pic>
      <p:pic>
        <p:nvPicPr>
          <p:cNvPr id="19" name="Picture 18" descr="A yellow cat with black eyes and pink nose&#10;&#10;AI-generated content may be incorrect.">
            <a:extLst>
              <a:ext uri="{FF2B5EF4-FFF2-40B4-BE49-F238E27FC236}">
                <a16:creationId xmlns:a16="http://schemas.microsoft.com/office/drawing/2014/main" id="{D39D17ED-F54E-8BD1-0C8A-9EA962F48A53}"/>
              </a:ext>
            </a:extLst>
          </p:cNvPr>
          <p:cNvPicPr>
            <a:picLocks noChangeAspect="1"/>
          </p:cNvPicPr>
          <p:nvPr/>
        </p:nvPicPr>
        <p:blipFill>
          <a:blip r:embed="rId14"/>
          <a:stretch>
            <a:fillRect/>
          </a:stretch>
        </p:blipFill>
        <p:spPr>
          <a:xfrm flipH="1">
            <a:off x="5443142" y="14411964"/>
            <a:ext cx="397589" cy="397589"/>
          </a:xfrm>
          <a:prstGeom prst="roundRect">
            <a:avLst>
              <a:gd name="adj" fmla="val 14750"/>
            </a:avLst>
          </a:prstGeom>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673</TotalTime>
  <Words>2200</Words>
  <Application>Microsoft Office PowerPoint</Application>
  <PresentationFormat>Custom</PresentationFormat>
  <Paragraphs>76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Roboto</vt:lpstr>
      <vt:lpstr>Arial</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Campagna, William T.</cp:lastModifiedBy>
  <cp:revision>10</cp:revision>
  <cp:lastPrinted>2025-12-09T09:38:36Z</cp:lastPrinted>
  <dcterms:modified xsi:type="dcterms:W3CDTF">2025-12-09T10:13:22Z</dcterms:modified>
</cp:coreProperties>
</file>